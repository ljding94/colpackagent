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6" r:id="rId1"/>
  </p:sldMasterIdLst>
  <p:notesMasterIdLst>
    <p:notesMasterId r:id="rId3"/>
  </p:notesMasterIdLst>
  <p:sldIdLst>
    <p:sldId id="258" r:id="rId2"/>
  </p:sldIdLst>
  <p:sldSz cx="3017838" cy="1463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91"/>
    <p:restoredTop sz="94673"/>
  </p:normalViewPr>
  <p:slideViewPr>
    <p:cSldViewPr snapToGrid="0">
      <p:cViewPr>
        <p:scale>
          <a:sx n="296" d="100"/>
          <a:sy n="296" d="100"/>
        </p:scale>
        <p:origin x="2024" y="1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9832B-B52D-0744-ABFF-02B7CCDE2603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7650" y="1143000"/>
            <a:ext cx="6362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3C068-E901-BA4A-BC63-D05E1DD6E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8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2pPr>
    <a:lvl3pPr marL="914277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3pPr>
    <a:lvl4pPr marL="1371416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4pPr>
    <a:lvl5pPr marL="182855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5pPr>
    <a:lvl6pPr marL="228569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6pPr>
    <a:lvl7pPr marL="2742834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7pPr>
    <a:lvl8pPr marL="3199972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8pPr>
    <a:lvl9pPr marL="3657111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99BF5-564D-4F86-6631-15E1A522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B0926-3049-E577-0DD3-C12CA22B2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7650" y="1143000"/>
            <a:ext cx="63627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5053B-DDD1-B9BB-0D25-7DD1821E8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5346B-C31B-2C4E-EE98-D6B7B0F33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3C068-E901-BA4A-BC63-D05E1DD6E8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5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230" y="239541"/>
            <a:ext cx="2263379" cy="509576"/>
          </a:xfrm>
        </p:spPr>
        <p:txBody>
          <a:bodyPr anchor="b"/>
          <a:lstStyle>
            <a:lvl1pPr algn="ctr"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230" y="768768"/>
            <a:ext cx="2263379" cy="353383"/>
          </a:xfrm>
        </p:spPr>
        <p:txBody>
          <a:bodyPr/>
          <a:lstStyle>
            <a:lvl1pPr marL="0" indent="0" algn="ctr">
              <a:buNone/>
              <a:defRPr sz="512"/>
            </a:lvl1pPr>
            <a:lvl2pPr marL="97566" indent="0" algn="ctr">
              <a:buNone/>
              <a:defRPr sz="427"/>
            </a:lvl2pPr>
            <a:lvl3pPr marL="195133" indent="0" algn="ctr">
              <a:buNone/>
              <a:defRPr sz="384"/>
            </a:lvl3pPr>
            <a:lvl4pPr marL="292699" indent="0" algn="ctr">
              <a:buNone/>
              <a:defRPr sz="341"/>
            </a:lvl4pPr>
            <a:lvl5pPr marL="390266" indent="0" algn="ctr">
              <a:buNone/>
              <a:defRPr sz="341"/>
            </a:lvl5pPr>
            <a:lvl6pPr marL="487832" indent="0" algn="ctr">
              <a:buNone/>
              <a:defRPr sz="341"/>
            </a:lvl6pPr>
            <a:lvl7pPr marL="585399" indent="0" algn="ctr">
              <a:buNone/>
              <a:defRPr sz="341"/>
            </a:lvl7pPr>
            <a:lvl8pPr marL="682965" indent="0" algn="ctr">
              <a:buNone/>
              <a:defRPr sz="341"/>
            </a:lvl8pPr>
            <a:lvl9pPr marL="780532" indent="0" algn="ctr">
              <a:buNone/>
              <a:defRPr sz="34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143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05" y="364903"/>
            <a:ext cx="2602885" cy="608848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905" y="979510"/>
            <a:ext cx="2602885" cy="320179"/>
          </a:xfrm>
        </p:spPr>
        <p:txBody>
          <a:bodyPr/>
          <a:lstStyle>
            <a:lvl1pPr marL="0" indent="0">
              <a:buNone/>
              <a:defRPr sz="512">
                <a:solidFill>
                  <a:schemeClr val="tx1">
                    <a:tint val="82000"/>
                  </a:schemeClr>
                </a:solidFill>
              </a:defRPr>
            </a:lvl1pPr>
            <a:lvl2pPr marL="97566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2pPr>
            <a:lvl3pPr marL="195133" indent="0">
              <a:buNone/>
              <a:defRPr sz="384">
                <a:solidFill>
                  <a:schemeClr val="tx1">
                    <a:tint val="82000"/>
                  </a:schemeClr>
                </a:solidFill>
              </a:defRPr>
            </a:lvl3pPr>
            <a:lvl4pPr marL="292699" indent="0">
              <a:buNone/>
              <a:defRPr sz="341">
                <a:solidFill>
                  <a:schemeClr val="tx1">
                    <a:tint val="82000"/>
                  </a:schemeClr>
                </a:solidFill>
              </a:defRPr>
            </a:lvl4pPr>
            <a:lvl5pPr marL="390266" indent="0">
              <a:buNone/>
              <a:defRPr sz="341">
                <a:solidFill>
                  <a:schemeClr val="tx1">
                    <a:tint val="82000"/>
                  </a:schemeClr>
                </a:solidFill>
              </a:defRPr>
            </a:lvl5pPr>
            <a:lvl6pPr marL="487832" indent="0">
              <a:buNone/>
              <a:defRPr sz="341">
                <a:solidFill>
                  <a:schemeClr val="tx1">
                    <a:tint val="82000"/>
                  </a:schemeClr>
                </a:solidFill>
              </a:defRPr>
            </a:lvl6pPr>
            <a:lvl7pPr marL="585399" indent="0">
              <a:buNone/>
              <a:defRPr sz="341">
                <a:solidFill>
                  <a:schemeClr val="tx1">
                    <a:tint val="82000"/>
                  </a:schemeClr>
                </a:solidFill>
              </a:defRPr>
            </a:lvl7pPr>
            <a:lvl8pPr marL="682965" indent="0">
              <a:buNone/>
              <a:defRPr sz="341">
                <a:solidFill>
                  <a:schemeClr val="tx1">
                    <a:tint val="82000"/>
                  </a:schemeClr>
                </a:solidFill>
              </a:defRPr>
            </a:lvl8pPr>
            <a:lvl9pPr marL="780532" indent="0">
              <a:buNone/>
              <a:defRPr sz="34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1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476" y="389636"/>
            <a:ext cx="1282581" cy="92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781" y="389636"/>
            <a:ext cx="1282581" cy="928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53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77927"/>
            <a:ext cx="2602885" cy="2829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869" y="358804"/>
            <a:ext cx="1276687" cy="175844"/>
          </a:xfrm>
        </p:spPr>
        <p:txBody>
          <a:bodyPr anchor="b"/>
          <a:lstStyle>
            <a:lvl1pPr marL="0" indent="0">
              <a:buNone/>
              <a:defRPr sz="512" b="1"/>
            </a:lvl1pPr>
            <a:lvl2pPr marL="97566" indent="0">
              <a:buNone/>
              <a:defRPr sz="427" b="1"/>
            </a:lvl2pPr>
            <a:lvl3pPr marL="195133" indent="0">
              <a:buNone/>
              <a:defRPr sz="384" b="1"/>
            </a:lvl3pPr>
            <a:lvl4pPr marL="292699" indent="0">
              <a:buNone/>
              <a:defRPr sz="341" b="1"/>
            </a:lvl4pPr>
            <a:lvl5pPr marL="390266" indent="0">
              <a:buNone/>
              <a:defRPr sz="341" b="1"/>
            </a:lvl5pPr>
            <a:lvl6pPr marL="487832" indent="0">
              <a:buNone/>
              <a:defRPr sz="341" b="1"/>
            </a:lvl6pPr>
            <a:lvl7pPr marL="585399" indent="0">
              <a:buNone/>
              <a:defRPr sz="341" b="1"/>
            </a:lvl7pPr>
            <a:lvl8pPr marL="682965" indent="0">
              <a:buNone/>
              <a:defRPr sz="341" b="1"/>
            </a:lvl8pPr>
            <a:lvl9pPr marL="780532" indent="0">
              <a:buNone/>
              <a:defRPr sz="3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7869" y="534648"/>
            <a:ext cx="1276687" cy="786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27781" y="358804"/>
            <a:ext cx="1282974" cy="175844"/>
          </a:xfrm>
        </p:spPr>
        <p:txBody>
          <a:bodyPr anchor="b"/>
          <a:lstStyle>
            <a:lvl1pPr marL="0" indent="0">
              <a:buNone/>
              <a:defRPr sz="512" b="1"/>
            </a:lvl1pPr>
            <a:lvl2pPr marL="97566" indent="0">
              <a:buNone/>
              <a:defRPr sz="427" b="1"/>
            </a:lvl2pPr>
            <a:lvl3pPr marL="195133" indent="0">
              <a:buNone/>
              <a:defRPr sz="384" b="1"/>
            </a:lvl3pPr>
            <a:lvl4pPr marL="292699" indent="0">
              <a:buNone/>
              <a:defRPr sz="341" b="1"/>
            </a:lvl4pPr>
            <a:lvl5pPr marL="390266" indent="0">
              <a:buNone/>
              <a:defRPr sz="341" b="1"/>
            </a:lvl5pPr>
            <a:lvl6pPr marL="487832" indent="0">
              <a:buNone/>
              <a:defRPr sz="341" b="1"/>
            </a:lvl6pPr>
            <a:lvl7pPr marL="585399" indent="0">
              <a:buNone/>
              <a:defRPr sz="341" b="1"/>
            </a:lvl7pPr>
            <a:lvl8pPr marL="682965" indent="0">
              <a:buNone/>
              <a:defRPr sz="341" b="1"/>
            </a:lvl8pPr>
            <a:lvl9pPr marL="780532" indent="0">
              <a:buNone/>
              <a:defRPr sz="3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27781" y="534648"/>
            <a:ext cx="1282974" cy="786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67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699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077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97578"/>
            <a:ext cx="973331" cy="341524"/>
          </a:xfrm>
        </p:spPr>
        <p:txBody>
          <a:bodyPr anchor="b"/>
          <a:lstStyle>
            <a:lvl1pPr>
              <a:defRPr sz="6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974" y="210742"/>
            <a:ext cx="1527780" cy="1040158"/>
          </a:xfrm>
        </p:spPr>
        <p:txBody>
          <a:bodyPr/>
          <a:lstStyle>
            <a:lvl1pPr>
              <a:defRPr sz="683"/>
            </a:lvl1pPr>
            <a:lvl2pPr>
              <a:defRPr sz="598"/>
            </a:lvl2pPr>
            <a:lvl3pPr>
              <a:defRPr sz="512"/>
            </a:lvl3pPr>
            <a:lvl4pPr>
              <a:defRPr sz="427"/>
            </a:lvl4pPr>
            <a:lvl5pPr>
              <a:defRPr sz="427"/>
            </a:lvl5pPr>
            <a:lvl6pPr>
              <a:defRPr sz="427"/>
            </a:lvl6pPr>
            <a:lvl7pPr>
              <a:defRPr sz="427"/>
            </a:lvl7pPr>
            <a:lvl8pPr>
              <a:defRPr sz="427"/>
            </a:lvl8pPr>
            <a:lvl9pPr>
              <a:defRPr sz="4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439102"/>
            <a:ext cx="973331" cy="813492"/>
          </a:xfrm>
        </p:spPr>
        <p:txBody>
          <a:bodyPr/>
          <a:lstStyle>
            <a:lvl1pPr marL="0" indent="0">
              <a:buNone/>
              <a:defRPr sz="341"/>
            </a:lvl1pPr>
            <a:lvl2pPr marL="97566" indent="0">
              <a:buNone/>
              <a:defRPr sz="299"/>
            </a:lvl2pPr>
            <a:lvl3pPr marL="195133" indent="0">
              <a:buNone/>
              <a:defRPr sz="256"/>
            </a:lvl3pPr>
            <a:lvl4pPr marL="292699" indent="0">
              <a:buNone/>
              <a:defRPr sz="213"/>
            </a:lvl4pPr>
            <a:lvl5pPr marL="390266" indent="0">
              <a:buNone/>
              <a:defRPr sz="213"/>
            </a:lvl5pPr>
            <a:lvl6pPr marL="487832" indent="0">
              <a:buNone/>
              <a:defRPr sz="213"/>
            </a:lvl6pPr>
            <a:lvl7pPr marL="585399" indent="0">
              <a:buNone/>
              <a:defRPr sz="213"/>
            </a:lvl7pPr>
            <a:lvl8pPr marL="682965" indent="0">
              <a:buNone/>
              <a:defRPr sz="213"/>
            </a:lvl8pPr>
            <a:lvl9pPr marL="780532" indent="0">
              <a:buNone/>
              <a:defRPr sz="2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29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97578"/>
            <a:ext cx="973331" cy="341524"/>
          </a:xfrm>
        </p:spPr>
        <p:txBody>
          <a:bodyPr anchor="b"/>
          <a:lstStyle>
            <a:lvl1pPr>
              <a:defRPr sz="6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2974" y="210742"/>
            <a:ext cx="1527780" cy="1040158"/>
          </a:xfrm>
        </p:spPr>
        <p:txBody>
          <a:bodyPr anchor="t"/>
          <a:lstStyle>
            <a:lvl1pPr marL="0" indent="0">
              <a:buNone/>
              <a:defRPr sz="683"/>
            </a:lvl1pPr>
            <a:lvl2pPr marL="97566" indent="0">
              <a:buNone/>
              <a:defRPr sz="598"/>
            </a:lvl2pPr>
            <a:lvl3pPr marL="195133" indent="0">
              <a:buNone/>
              <a:defRPr sz="512"/>
            </a:lvl3pPr>
            <a:lvl4pPr marL="292699" indent="0">
              <a:buNone/>
              <a:defRPr sz="427"/>
            </a:lvl4pPr>
            <a:lvl5pPr marL="390266" indent="0">
              <a:buNone/>
              <a:defRPr sz="427"/>
            </a:lvl5pPr>
            <a:lvl6pPr marL="487832" indent="0">
              <a:buNone/>
              <a:defRPr sz="427"/>
            </a:lvl6pPr>
            <a:lvl7pPr marL="585399" indent="0">
              <a:buNone/>
              <a:defRPr sz="427"/>
            </a:lvl7pPr>
            <a:lvl8pPr marL="682965" indent="0">
              <a:buNone/>
              <a:defRPr sz="427"/>
            </a:lvl8pPr>
            <a:lvl9pPr marL="780532" indent="0">
              <a:buNone/>
              <a:defRPr sz="42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439102"/>
            <a:ext cx="973331" cy="813492"/>
          </a:xfrm>
        </p:spPr>
        <p:txBody>
          <a:bodyPr/>
          <a:lstStyle>
            <a:lvl1pPr marL="0" indent="0">
              <a:buNone/>
              <a:defRPr sz="341"/>
            </a:lvl1pPr>
            <a:lvl2pPr marL="97566" indent="0">
              <a:buNone/>
              <a:defRPr sz="299"/>
            </a:lvl2pPr>
            <a:lvl3pPr marL="195133" indent="0">
              <a:buNone/>
              <a:defRPr sz="256"/>
            </a:lvl3pPr>
            <a:lvl4pPr marL="292699" indent="0">
              <a:buNone/>
              <a:defRPr sz="213"/>
            </a:lvl4pPr>
            <a:lvl5pPr marL="390266" indent="0">
              <a:buNone/>
              <a:defRPr sz="213"/>
            </a:lvl5pPr>
            <a:lvl6pPr marL="487832" indent="0">
              <a:buNone/>
              <a:defRPr sz="213"/>
            </a:lvl6pPr>
            <a:lvl7pPr marL="585399" indent="0">
              <a:buNone/>
              <a:defRPr sz="213"/>
            </a:lvl7pPr>
            <a:lvl8pPr marL="682965" indent="0">
              <a:buNone/>
              <a:defRPr sz="213"/>
            </a:lvl8pPr>
            <a:lvl9pPr marL="780532" indent="0">
              <a:buNone/>
              <a:defRPr sz="2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7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8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9640" y="77927"/>
            <a:ext cx="650721" cy="12403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476" y="77927"/>
            <a:ext cx="1914441" cy="12403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158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477" y="77927"/>
            <a:ext cx="2602885" cy="282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477" y="389636"/>
            <a:ext cx="2602885" cy="928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476" y="1356610"/>
            <a:ext cx="679014" cy="779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9DD7B-0A7F-7E4B-9645-A4D458B11C0D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9659" y="1356610"/>
            <a:ext cx="1018520" cy="779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1348" y="1356610"/>
            <a:ext cx="679014" cy="779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35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195133" rtl="0" eaLnBrk="1" latinLnBrk="0" hangingPunct="1">
        <a:lnSpc>
          <a:spcPct val="90000"/>
        </a:lnSpc>
        <a:spcBef>
          <a:spcPct val="0"/>
        </a:spcBef>
        <a:buNone/>
        <a:defRPr sz="9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83" indent="-48783" algn="l" defTabSz="19513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598" kern="1200">
          <a:solidFill>
            <a:schemeClr val="tx1"/>
          </a:solidFill>
          <a:latin typeface="+mn-lt"/>
          <a:ea typeface="+mn-ea"/>
          <a:cs typeface="+mn-cs"/>
        </a:defRPr>
      </a:lvl1pPr>
      <a:lvl2pPr marL="146350" indent="-48783" algn="l" defTabSz="195133" rtl="0" eaLnBrk="1" latinLnBrk="0" hangingPunct="1">
        <a:lnSpc>
          <a:spcPct val="90000"/>
        </a:lnSpc>
        <a:spcBef>
          <a:spcPts val="107"/>
        </a:spcBef>
        <a:buFont typeface="Arial" panose="020B0604020202020204" pitchFamily="34" charset="0"/>
        <a:buChar char="•"/>
        <a:defRPr sz="512" kern="1200">
          <a:solidFill>
            <a:schemeClr val="tx1"/>
          </a:solidFill>
          <a:latin typeface="+mn-lt"/>
          <a:ea typeface="+mn-ea"/>
          <a:cs typeface="+mn-cs"/>
        </a:defRPr>
      </a:lvl2pPr>
      <a:lvl3pPr marL="243916" indent="-48783" algn="l" defTabSz="195133" rtl="0" eaLnBrk="1" latinLnBrk="0" hangingPunct="1">
        <a:lnSpc>
          <a:spcPct val="90000"/>
        </a:lnSpc>
        <a:spcBef>
          <a:spcPts val="107"/>
        </a:spcBef>
        <a:buFont typeface="Arial" panose="020B0604020202020204" pitchFamily="34" charset="0"/>
        <a:buChar char="•"/>
        <a:defRPr sz="427" kern="1200">
          <a:solidFill>
            <a:schemeClr val="tx1"/>
          </a:solidFill>
          <a:latin typeface="+mn-lt"/>
          <a:ea typeface="+mn-ea"/>
          <a:cs typeface="+mn-cs"/>
        </a:defRPr>
      </a:lvl3pPr>
      <a:lvl4pPr marL="341483" indent="-48783" algn="l" defTabSz="195133" rtl="0" eaLnBrk="1" latinLnBrk="0" hangingPunct="1">
        <a:lnSpc>
          <a:spcPct val="90000"/>
        </a:lnSpc>
        <a:spcBef>
          <a:spcPts val="107"/>
        </a:spcBef>
        <a:buFont typeface="Arial" panose="020B0604020202020204" pitchFamily="34" charset="0"/>
        <a:buChar char="•"/>
        <a:defRPr sz="384" kern="1200">
          <a:solidFill>
            <a:schemeClr val="tx1"/>
          </a:solidFill>
          <a:latin typeface="+mn-lt"/>
          <a:ea typeface="+mn-ea"/>
          <a:cs typeface="+mn-cs"/>
        </a:defRPr>
      </a:lvl4pPr>
      <a:lvl5pPr marL="439049" indent="-48783" algn="l" defTabSz="195133" rtl="0" eaLnBrk="1" latinLnBrk="0" hangingPunct="1">
        <a:lnSpc>
          <a:spcPct val="90000"/>
        </a:lnSpc>
        <a:spcBef>
          <a:spcPts val="107"/>
        </a:spcBef>
        <a:buFont typeface="Arial" panose="020B0604020202020204" pitchFamily="34" charset="0"/>
        <a:buChar char="•"/>
        <a:defRPr sz="384" kern="1200">
          <a:solidFill>
            <a:schemeClr val="tx1"/>
          </a:solidFill>
          <a:latin typeface="+mn-lt"/>
          <a:ea typeface="+mn-ea"/>
          <a:cs typeface="+mn-cs"/>
        </a:defRPr>
      </a:lvl5pPr>
      <a:lvl6pPr marL="536616" indent="-48783" algn="l" defTabSz="195133" rtl="0" eaLnBrk="1" latinLnBrk="0" hangingPunct="1">
        <a:lnSpc>
          <a:spcPct val="90000"/>
        </a:lnSpc>
        <a:spcBef>
          <a:spcPts val="107"/>
        </a:spcBef>
        <a:buFont typeface="Arial" panose="020B0604020202020204" pitchFamily="34" charset="0"/>
        <a:buChar char="•"/>
        <a:defRPr sz="384" kern="1200">
          <a:solidFill>
            <a:schemeClr val="tx1"/>
          </a:solidFill>
          <a:latin typeface="+mn-lt"/>
          <a:ea typeface="+mn-ea"/>
          <a:cs typeface="+mn-cs"/>
        </a:defRPr>
      </a:lvl6pPr>
      <a:lvl7pPr marL="634182" indent="-48783" algn="l" defTabSz="195133" rtl="0" eaLnBrk="1" latinLnBrk="0" hangingPunct="1">
        <a:lnSpc>
          <a:spcPct val="90000"/>
        </a:lnSpc>
        <a:spcBef>
          <a:spcPts val="107"/>
        </a:spcBef>
        <a:buFont typeface="Arial" panose="020B0604020202020204" pitchFamily="34" charset="0"/>
        <a:buChar char="•"/>
        <a:defRPr sz="384" kern="1200">
          <a:solidFill>
            <a:schemeClr val="tx1"/>
          </a:solidFill>
          <a:latin typeface="+mn-lt"/>
          <a:ea typeface="+mn-ea"/>
          <a:cs typeface="+mn-cs"/>
        </a:defRPr>
      </a:lvl7pPr>
      <a:lvl8pPr marL="731749" indent="-48783" algn="l" defTabSz="195133" rtl="0" eaLnBrk="1" latinLnBrk="0" hangingPunct="1">
        <a:lnSpc>
          <a:spcPct val="90000"/>
        </a:lnSpc>
        <a:spcBef>
          <a:spcPts val="107"/>
        </a:spcBef>
        <a:buFont typeface="Arial" panose="020B0604020202020204" pitchFamily="34" charset="0"/>
        <a:buChar char="•"/>
        <a:defRPr sz="384" kern="1200">
          <a:solidFill>
            <a:schemeClr val="tx1"/>
          </a:solidFill>
          <a:latin typeface="+mn-lt"/>
          <a:ea typeface="+mn-ea"/>
          <a:cs typeface="+mn-cs"/>
        </a:defRPr>
      </a:lvl8pPr>
      <a:lvl9pPr marL="829315" indent="-48783" algn="l" defTabSz="195133" rtl="0" eaLnBrk="1" latinLnBrk="0" hangingPunct="1">
        <a:lnSpc>
          <a:spcPct val="90000"/>
        </a:lnSpc>
        <a:spcBef>
          <a:spcPts val="107"/>
        </a:spcBef>
        <a:buFont typeface="Arial" panose="020B0604020202020204" pitchFamily="34" charset="0"/>
        <a:buChar char="•"/>
        <a:defRPr sz="3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5133" rtl="0" eaLnBrk="1" latinLnBrk="0" hangingPunct="1">
        <a:defRPr sz="384" kern="1200">
          <a:solidFill>
            <a:schemeClr val="tx1"/>
          </a:solidFill>
          <a:latin typeface="+mn-lt"/>
          <a:ea typeface="+mn-ea"/>
          <a:cs typeface="+mn-cs"/>
        </a:defRPr>
      </a:lvl1pPr>
      <a:lvl2pPr marL="97566" algn="l" defTabSz="195133" rtl="0" eaLnBrk="1" latinLnBrk="0" hangingPunct="1">
        <a:defRPr sz="384" kern="1200">
          <a:solidFill>
            <a:schemeClr val="tx1"/>
          </a:solidFill>
          <a:latin typeface="+mn-lt"/>
          <a:ea typeface="+mn-ea"/>
          <a:cs typeface="+mn-cs"/>
        </a:defRPr>
      </a:lvl2pPr>
      <a:lvl3pPr marL="195133" algn="l" defTabSz="195133" rtl="0" eaLnBrk="1" latinLnBrk="0" hangingPunct="1">
        <a:defRPr sz="384" kern="1200">
          <a:solidFill>
            <a:schemeClr val="tx1"/>
          </a:solidFill>
          <a:latin typeface="+mn-lt"/>
          <a:ea typeface="+mn-ea"/>
          <a:cs typeface="+mn-cs"/>
        </a:defRPr>
      </a:lvl3pPr>
      <a:lvl4pPr marL="292699" algn="l" defTabSz="195133" rtl="0" eaLnBrk="1" latinLnBrk="0" hangingPunct="1">
        <a:defRPr sz="384" kern="1200">
          <a:solidFill>
            <a:schemeClr val="tx1"/>
          </a:solidFill>
          <a:latin typeface="+mn-lt"/>
          <a:ea typeface="+mn-ea"/>
          <a:cs typeface="+mn-cs"/>
        </a:defRPr>
      </a:lvl4pPr>
      <a:lvl5pPr marL="390266" algn="l" defTabSz="195133" rtl="0" eaLnBrk="1" latinLnBrk="0" hangingPunct="1">
        <a:defRPr sz="384" kern="1200">
          <a:solidFill>
            <a:schemeClr val="tx1"/>
          </a:solidFill>
          <a:latin typeface="+mn-lt"/>
          <a:ea typeface="+mn-ea"/>
          <a:cs typeface="+mn-cs"/>
        </a:defRPr>
      </a:lvl5pPr>
      <a:lvl6pPr marL="487832" algn="l" defTabSz="195133" rtl="0" eaLnBrk="1" latinLnBrk="0" hangingPunct="1">
        <a:defRPr sz="384" kern="1200">
          <a:solidFill>
            <a:schemeClr val="tx1"/>
          </a:solidFill>
          <a:latin typeface="+mn-lt"/>
          <a:ea typeface="+mn-ea"/>
          <a:cs typeface="+mn-cs"/>
        </a:defRPr>
      </a:lvl6pPr>
      <a:lvl7pPr marL="585399" algn="l" defTabSz="195133" rtl="0" eaLnBrk="1" latinLnBrk="0" hangingPunct="1">
        <a:defRPr sz="384" kern="1200">
          <a:solidFill>
            <a:schemeClr val="tx1"/>
          </a:solidFill>
          <a:latin typeface="+mn-lt"/>
          <a:ea typeface="+mn-ea"/>
          <a:cs typeface="+mn-cs"/>
        </a:defRPr>
      </a:lvl7pPr>
      <a:lvl8pPr marL="682965" algn="l" defTabSz="195133" rtl="0" eaLnBrk="1" latinLnBrk="0" hangingPunct="1">
        <a:defRPr sz="384" kern="1200">
          <a:solidFill>
            <a:schemeClr val="tx1"/>
          </a:solidFill>
          <a:latin typeface="+mn-lt"/>
          <a:ea typeface="+mn-ea"/>
          <a:cs typeface="+mn-cs"/>
        </a:defRPr>
      </a:lvl8pPr>
      <a:lvl9pPr marL="780532" algn="l" defTabSz="195133" rtl="0" eaLnBrk="1" latinLnBrk="0" hangingPunct="1">
        <a:defRPr sz="3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89DD3-E5F7-DF68-C110-2D11F128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44E689-FAEF-474D-08C7-AEB7BB1E572C}"/>
              </a:ext>
            </a:extLst>
          </p:cNvPr>
          <p:cNvSpPr txBox="1"/>
          <p:nvPr/>
        </p:nvSpPr>
        <p:spPr>
          <a:xfrm>
            <a:off x="469955" y="116820"/>
            <a:ext cx="195567" cy="1046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/>
              <a:t>tool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D5737-5939-C78C-7398-A096D9C374A1}"/>
              </a:ext>
            </a:extLst>
          </p:cNvPr>
          <p:cNvSpPr txBox="1"/>
          <p:nvPr/>
        </p:nvSpPr>
        <p:spPr>
          <a:xfrm>
            <a:off x="2364772" y="128529"/>
            <a:ext cx="540212" cy="1046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/>
              <a:t>knowledge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833FC674-F6E9-1397-83E0-604E0E2377F4}"/>
              </a:ext>
            </a:extLst>
          </p:cNvPr>
          <p:cNvCxnSpPr>
            <a:cxnSpLocks/>
            <a:endCxn id="23" idx="0"/>
          </p:cNvCxnSpPr>
          <p:nvPr/>
        </p:nvCxnSpPr>
        <p:spPr>
          <a:xfrm rot="10800000" flipV="1">
            <a:off x="585707" y="224804"/>
            <a:ext cx="367468" cy="125607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9C47D77-8047-FC13-BC2C-82B0E3F07586}"/>
              </a:ext>
            </a:extLst>
          </p:cNvPr>
          <p:cNvSpPr txBox="1"/>
          <p:nvPr/>
        </p:nvSpPr>
        <p:spPr>
          <a:xfrm>
            <a:off x="246258" y="350412"/>
            <a:ext cx="678905" cy="123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 err="1"/>
              <a:t>colpack</a:t>
            </a:r>
            <a:r>
              <a:rPr lang="en-US" sz="900" dirty="0"/>
              <a:t> MCP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171BFBCE-E08E-540A-9220-E36B4DE3CCB3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2057882" y="227243"/>
            <a:ext cx="488982" cy="114277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6965419-25DA-64D1-B291-A85B53A97C88}"/>
              </a:ext>
            </a:extLst>
          </p:cNvPr>
          <p:cNvSpPr txBox="1"/>
          <p:nvPr/>
        </p:nvSpPr>
        <p:spPr>
          <a:xfrm>
            <a:off x="2226648" y="341520"/>
            <a:ext cx="640432" cy="12311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 err="1"/>
              <a:t>colpack</a:t>
            </a:r>
            <a:r>
              <a:rPr lang="en-US" sz="900" dirty="0"/>
              <a:t> skill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7DE740-DE39-518A-BBB3-AFB9518BA48C}"/>
              </a:ext>
            </a:extLst>
          </p:cNvPr>
          <p:cNvSpPr txBox="1"/>
          <p:nvPr/>
        </p:nvSpPr>
        <p:spPr>
          <a:xfrm>
            <a:off x="469951" y="1103346"/>
            <a:ext cx="566694" cy="1231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 err="1"/>
              <a:t>colpack.py</a:t>
            </a:r>
            <a:endParaRPr lang="en-US" sz="900" dirty="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17311B9-C39B-81F7-FB69-B8E66A24E5B0}"/>
              </a:ext>
            </a:extLst>
          </p:cNvPr>
          <p:cNvSpPr/>
          <p:nvPr/>
        </p:nvSpPr>
        <p:spPr>
          <a:xfrm>
            <a:off x="1439881" y="1043406"/>
            <a:ext cx="582776" cy="354357"/>
          </a:xfrm>
          <a:prstGeom prst="roundRect">
            <a:avLst>
              <a:gd name="adj" fmla="val 7724"/>
            </a:avLst>
          </a:prstGeom>
          <a:solidFill>
            <a:schemeClr val="accent6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0" rtlCol="0" anchor="ctr" anchorCtr="1"/>
          <a:lstStyle/>
          <a:p>
            <a:pPr>
              <a:lnSpc>
                <a:spcPct val="80000"/>
              </a:lnSpc>
            </a:pPr>
            <a:r>
              <a:rPr lang="en-US" sz="900" dirty="0">
                <a:solidFill>
                  <a:schemeClr val="tx1"/>
                </a:solidFill>
              </a:rPr>
              <a:t>initialize</a:t>
            </a:r>
          </a:p>
          <a:p>
            <a:pPr>
              <a:lnSpc>
                <a:spcPct val="80000"/>
              </a:lnSpc>
            </a:pPr>
            <a:r>
              <a:rPr lang="en-US" sz="900" dirty="0">
                <a:solidFill>
                  <a:schemeClr val="tx1"/>
                </a:solidFill>
              </a:rPr>
              <a:t>compress</a:t>
            </a:r>
          </a:p>
          <a:p>
            <a:pPr>
              <a:lnSpc>
                <a:spcPct val="80000"/>
              </a:lnSpc>
            </a:pPr>
            <a:r>
              <a:rPr lang="en-US" sz="900" dirty="0">
                <a:solidFill>
                  <a:schemeClr val="tx1"/>
                </a:solidFill>
              </a:rPr>
              <a:t>sample</a:t>
            </a:r>
          </a:p>
        </p:txBody>
      </p:sp>
      <p:pic>
        <p:nvPicPr>
          <p:cNvPr id="42" name="Picture 41" descr="A picture containing stationary&#10;&#10;AI-generated content may be incorrect.">
            <a:extLst>
              <a:ext uri="{FF2B5EF4-FFF2-40B4-BE49-F238E27FC236}">
                <a16:creationId xmlns:a16="http://schemas.microsoft.com/office/drawing/2014/main" id="{A93491ED-3F51-D5AB-5560-9879933D3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05" t="19097" r="27594" b="49274"/>
          <a:stretch>
            <a:fillRect/>
          </a:stretch>
        </p:blipFill>
        <p:spPr>
          <a:xfrm>
            <a:off x="59092" y="1075705"/>
            <a:ext cx="348666" cy="310628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  <a:effectLst>
            <a:softEdge rad="0"/>
          </a:effectLst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3CBBA21B-970C-86BD-DECA-78FA4DD5F900}"/>
              </a:ext>
            </a:extLst>
          </p:cNvPr>
          <p:cNvGrpSpPr/>
          <p:nvPr/>
        </p:nvGrpSpPr>
        <p:grpSpPr>
          <a:xfrm>
            <a:off x="37841" y="497920"/>
            <a:ext cx="1624105" cy="452178"/>
            <a:chOff x="1029858" y="780378"/>
            <a:chExt cx="1624105" cy="452178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4A93163F-A71F-D0B4-88EC-A5C181599074}"/>
                </a:ext>
              </a:extLst>
            </p:cNvPr>
            <p:cNvSpPr/>
            <p:nvPr/>
          </p:nvSpPr>
          <p:spPr>
            <a:xfrm>
              <a:off x="1029858" y="780378"/>
              <a:ext cx="1624105" cy="452178"/>
            </a:xfrm>
            <a:prstGeom prst="roundRect">
              <a:avLst>
                <a:gd name="adj" fmla="val 7724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0" rtlCol="0" anchor="ctr" anchorCtr="1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 MCP tool: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-setup problem -run simulation  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-plan simulation -analyze data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BDC9D24-C2C7-7AA6-CAC3-2BF088BA4821}"/>
                </a:ext>
              </a:extLst>
            </p:cNvPr>
            <p:cNvSpPr/>
            <p:nvPr/>
          </p:nvSpPr>
          <p:spPr>
            <a:xfrm>
              <a:off x="1850648" y="949293"/>
              <a:ext cx="780949" cy="119223"/>
            </a:xfrm>
            <a:prstGeom prst="roundRect">
              <a:avLst>
                <a:gd name="adj" fmla="val 7724"/>
              </a:avLst>
            </a:prstGeom>
            <a:solidFill>
              <a:schemeClr val="accent6">
                <a:lumMod val="20000"/>
                <a:lumOff val="80000"/>
                <a:alpha val="39844"/>
              </a:schemeClr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0" rtlCol="0" anchor="ctr" anchorCtr="1"/>
            <a:lstStyle/>
            <a:p>
              <a:endParaRPr lang="en-US" sz="900" dirty="0">
                <a:solidFill>
                  <a:schemeClr val="tx1"/>
                </a:solidFill>
              </a:endParaRPr>
            </a:p>
          </p:txBody>
        </p:sp>
      </p:grp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35729D9-49FE-4223-F6E2-009518E48B9B}"/>
              </a:ext>
            </a:extLst>
          </p:cNvPr>
          <p:cNvSpPr/>
          <p:nvPr/>
        </p:nvSpPr>
        <p:spPr>
          <a:xfrm>
            <a:off x="481372" y="1271119"/>
            <a:ext cx="887581" cy="125632"/>
          </a:xfrm>
          <a:prstGeom prst="roundRect">
            <a:avLst>
              <a:gd name="adj" fmla="val 7724"/>
            </a:avLst>
          </a:prstGeom>
          <a:solidFill>
            <a:schemeClr val="accent6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0" rtlCol="0" anchor="ctr" anchorCtr="1"/>
          <a:lstStyle/>
          <a:p>
            <a:r>
              <a:rPr lang="en-US" sz="900" dirty="0">
                <a:solidFill>
                  <a:schemeClr val="tx1"/>
                </a:solidFill>
              </a:rPr>
              <a:t>workflow scripts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B2C1CB-95CB-DC08-0DA1-44F227979212}"/>
              </a:ext>
            </a:extLst>
          </p:cNvPr>
          <p:cNvSpPr txBox="1"/>
          <p:nvPr/>
        </p:nvSpPr>
        <p:spPr>
          <a:xfrm>
            <a:off x="2329649" y="1055133"/>
            <a:ext cx="547458" cy="1231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/>
              <a:t>MC engine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40A2F5F-3B47-713E-DBE0-8B010C120D3C}"/>
              </a:ext>
            </a:extLst>
          </p:cNvPr>
          <p:cNvGrpSpPr/>
          <p:nvPr/>
        </p:nvGrpSpPr>
        <p:grpSpPr>
          <a:xfrm>
            <a:off x="2084451" y="496404"/>
            <a:ext cx="906725" cy="450998"/>
            <a:chOff x="2310669" y="828449"/>
            <a:chExt cx="906725" cy="450998"/>
          </a:xfrm>
        </p:grpSpPr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BDC0CE4A-AF56-B22D-AD16-B61B4B43300C}"/>
                </a:ext>
              </a:extLst>
            </p:cNvPr>
            <p:cNvSpPr/>
            <p:nvPr/>
          </p:nvSpPr>
          <p:spPr>
            <a:xfrm>
              <a:off x="2310669" y="828449"/>
              <a:ext cx="906725" cy="450998"/>
            </a:xfrm>
            <a:prstGeom prst="roundRect">
              <a:avLst>
                <a:gd name="adj" fmla="val 7724"/>
              </a:avLst>
            </a:prstGeom>
            <a:solidFill>
              <a:schemeClr val="bg1">
                <a:lumMod val="8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0" rtlCol="0" anchor="ctr" anchorCtr="1"/>
            <a:lstStyle/>
            <a:p>
              <a:r>
                <a:rPr lang="en-US" sz="900" dirty="0" err="1">
                  <a:solidFill>
                    <a:schemeClr val="tx1"/>
                  </a:solidFill>
                </a:rPr>
                <a:t>SKILL.md</a:t>
              </a:r>
              <a:endParaRPr lang="en-US" sz="900" dirty="0">
                <a:solidFill>
                  <a:schemeClr val="tx1"/>
                </a:solidFill>
              </a:endParaRPr>
            </a:p>
            <a:p>
              <a:r>
                <a:rPr lang="en-US" sz="900" dirty="0">
                  <a:solidFill>
                    <a:schemeClr val="tx1"/>
                  </a:solidFill>
                </a:rPr>
                <a:t>-setup  -execute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-plan    - analyze</a:t>
              </a:r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54B20053-B8A1-28A4-1D23-6E70E91FB58A}"/>
                </a:ext>
              </a:extLst>
            </p:cNvPr>
            <p:cNvSpPr/>
            <p:nvPr/>
          </p:nvSpPr>
          <p:spPr>
            <a:xfrm>
              <a:off x="2338853" y="993106"/>
              <a:ext cx="854560" cy="252156"/>
            </a:xfrm>
            <a:prstGeom prst="roundRect">
              <a:avLst>
                <a:gd name="adj" fmla="val 7724"/>
              </a:avLst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0" rtlCol="0" anchor="ctr" anchorCtr="1"/>
            <a:lstStyle/>
            <a:p>
              <a:pPr>
                <a:lnSpc>
                  <a:spcPct val="150000"/>
                </a:lnSpc>
              </a:pPr>
              <a:endParaRPr lang="en-US" sz="900" dirty="0">
                <a:solidFill>
                  <a:schemeClr val="tx1"/>
                </a:solidFill>
              </a:endParaRPr>
            </a:p>
          </p:txBody>
        </p:sp>
      </p:grp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9BC1374A-3D3B-0C76-547D-C90BD138641D}"/>
              </a:ext>
            </a:extLst>
          </p:cNvPr>
          <p:cNvSpPr/>
          <p:nvPr/>
        </p:nvSpPr>
        <p:spPr>
          <a:xfrm>
            <a:off x="2057882" y="303962"/>
            <a:ext cx="952040" cy="663926"/>
          </a:xfrm>
          <a:prstGeom prst="roundRect">
            <a:avLst>
              <a:gd name="adj" fmla="val 4785"/>
            </a:avLst>
          </a:prstGeom>
          <a:noFill/>
          <a:ln w="127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FD1DD7A-47BC-4377-F8EE-EDF96125B43B}"/>
              </a:ext>
            </a:extLst>
          </p:cNvPr>
          <p:cNvGrpSpPr/>
          <p:nvPr/>
        </p:nvGrpSpPr>
        <p:grpSpPr>
          <a:xfrm>
            <a:off x="994030" y="6172"/>
            <a:ext cx="1012622" cy="275459"/>
            <a:chOff x="1147024" y="664028"/>
            <a:chExt cx="1012622" cy="275459"/>
          </a:xfrm>
        </p:grpSpPr>
        <p:pic>
          <p:nvPicPr>
            <p:cNvPr id="6" name="Picture 5" descr="Shape&#10;&#10;AI-generated content may be incorrect.">
              <a:extLst>
                <a:ext uri="{FF2B5EF4-FFF2-40B4-BE49-F238E27FC236}">
                  <a16:creationId xmlns:a16="http://schemas.microsoft.com/office/drawing/2014/main" id="{7E330327-B5E4-3BBE-D224-3977AC10B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4187" y="664028"/>
              <a:ext cx="275459" cy="275459"/>
            </a:xfrm>
            <a:prstGeom prst="rect">
              <a:avLst/>
            </a:prstGeom>
          </p:spPr>
        </p:pic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91D16378-CDE6-DC38-03E4-16985056C6C2}"/>
                </a:ext>
              </a:extLst>
            </p:cNvPr>
            <p:cNvSpPr txBox="1"/>
            <p:nvPr/>
          </p:nvSpPr>
          <p:spPr>
            <a:xfrm>
              <a:off x="1147024" y="783421"/>
              <a:ext cx="723789" cy="123111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900" dirty="0"/>
                <a:t>ColPackAgent</a:t>
              </a:r>
            </a:p>
          </p:txBody>
        </p:sp>
      </p:grpSp>
      <p:pic>
        <p:nvPicPr>
          <p:cNvPr id="1026" name="Picture 2" descr="Logo - HOOMD-blue 6.1.1 documentation">
            <a:extLst>
              <a:ext uri="{FF2B5EF4-FFF2-40B4-BE49-F238E27FC236}">
                <a16:creationId xmlns:a16="http://schemas.microsoft.com/office/drawing/2014/main" id="{4AF29059-727B-2B5C-0FDE-0219FA311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548" y="1225216"/>
            <a:ext cx="892647" cy="144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Freeform 30">
            <a:extLst>
              <a:ext uri="{FF2B5EF4-FFF2-40B4-BE49-F238E27FC236}">
                <a16:creationId xmlns:a16="http://schemas.microsoft.com/office/drawing/2014/main" id="{EF346784-FE10-0130-AB52-FDC5988DA50F}"/>
              </a:ext>
            </a:extLst>
          </p:cNvPr>
          <p:cNvSpPr/>
          <p:nvPr/>
        </p:nvSpPr>
        <p:spPr>
          <a:xfrm>
            <a:off x="3958" y="303966"/>
            <a:ext cx="3004458" cy="1116281"/>
          </a:xfrm>
          <a:custGeom>
            <a:avLst/>
            <a:gdLst>
              <a:gd name="csX0" fmla="*/ 15834 w 2996541"/>
              <a:gd name="csY0" fmla="*/ 0 h 1112322"/>
              <a:gd name="csX1" fmla="*/ 1717964 w 2996541"/>
              <a:gd name="csY1" fmla="*/ 0 h 1112322"/>
              <a:gd name="csX2" fmla="*/ 1717964 w 2996541"/>
              <a:gd name="csY2" fmla="*/ 15834 h 1112322"/>
              <a:gd name="csX3" fmla="*/ 1717964 w 2996541"/>
              <a:gd name="csY3" fmla="*/ 700644 h 1112322"/>
              <a:gd name="csX4" fmla="*/ 2996541 w 2996541"/>
              <a:gd name="csY4" fmla="*/ 700644 h 1112322"/>
              <a:gd name="csX5" fmla="*/ 2996541 w 2996541"/>
              <a:gd name="csY5" fmla="*/ 744187 h 1112322"/>
              <a:gd name="csX6" fmla="*/ 2996541 w 2996541"/>
              <a:gd name="csY6" fmla="*/ 1112322 h 1112322"/>
              <a:gd name="csX7" fmla="*/ 0 w 2996541"/>
              <a:gd name="csY7" fmla="*/ 1112322 h 1112322"/>
              <a:gd name="csX8" fmla="*/ 15834 w 2996541"/>
              <a:gd name="csY8" fmla="*/ 0 h 1112322"/>
              <a:gd name="csX0" fmla="*/ 0 w 3004458"/>
              <a:gd name="csY0" fmla="*/ 0 h 1116281"/>
              <a:gd name="csX1" fmla="*/ 1725881 w 3004458"/>
              <a:gd name="csY1" fmla="*/ 3959 h 1116281"/>
              <a:gd name="csX2" fmla="*/ 1725881 w 3004458"/>
              <a:gd name="csY2" fmla="*/ 19793 h 1116281"/>
              <a:gd name="csX3" fmla="*/ 1725881 w 3004458"/>
              <a:gd name="csY3" fmla="*/ 704603 h 1116281"/>
              <a:gd name="csX4" fmla="*/ 3004458 w 3004458"/>
              <a:gd name="csY4" fmla="*/ 704603 h 1116281"/>
              <a:gd name="csX5" fmla="*/ 3004458 w 3004458"/>
              <a:gd name="csY5" fmla="*/ 748146 h 1116281"/>
              <a:gd name="csX6" fmla="*/ 3004458 w 3004458"/>
              <a:gd name="csY6" fmla="*/ 1116281 h 1116281"/>
              <a:gd name="csX7" fmla="*/ 7917 w 3004458"/>
              <a:gd name="csY7" fmla="*/ 1116281 h 1116281"/>
              <a:gd name="csX8" fmla="*/ 0 w 3004458"/>
              <a:gd name="csY8" fmla="*/ 0 h 1116281"/>
              <a:gd name="csX0" fmla="*/ 0 w 3004458"/>
              <a:gd name="csY0" fmla="*/ 0 h 1116281"/>
              <a:gd name="csX1" fmla="*/ 1725881 w 3004458"/>
              <a:gd name="csY1" fmla="*/ 3959 h 1116281"/>
              <a:gd name="csX2" fmla="*/ 1781689 w 3004458"/>
              <a:gd name="csY2" fmla="*/ 15500 h 1116281"/>
              <a:gd name="csX3" fmla="*/ 1725881 w 3004458"/>
              <a:gd name="csY3" fmla="*/ 704603 h 1116281"/>
              <a:gd name="csX4" fmla="*/ 3004458 w 3004458"/>
              <a:gd name="csY4" fmla="*/ 704603 h 1116281"/>
              <a:gd name="csX5" fmla="*/ 3004458 w 3004458"/>
              <a:gd name="csY5" fmla="*/ 748146 h 1116281"/>
              <a:gd name="csX6" fmla="*/ 3004458 w 3004458"/>
              <a:gd name="csY6" fmla="*/ 1116281 h 1116281"/>
              <a:gd name="csX7" fmla="*/ 7917 w 3004458"/>
              <a:gd name="csY7" fmla="*/ 1116281 h 1116281"/>
              <a:gd name="csX8" fmla="*/ 0 w 3004458"/>
              <a:gd name="csY8" fmla="*/ 0 h 1116281"/>
              <a:gd name="csX0" fmla="*/ 0 w 3004458"/>
              <a:gd name="csY0" fmla="*/ 0 h 1116281"/>
              <a:gd name="csX1" fmla="*/ 1725881 w 3004458"/>
              <a:gd name="csY1" fmla="*/ 3959 h 1116281"/>
              <a:gd name="csX2" fmla="*/ 1781689 w 3004458"/>
              <a:gd name="csY2" fmla="*/ 15500 h 1116281"/>
              <a:gd name="csX3" fmla="*/ 1790275 w 3004458"/>
              <a:gd name="csY3" fmla="*/ 713189 h 1116281"/>
              <a:gd name="csX4" fmla="*/ 3004458 w 3004458"/>
              <a:gd name="csY4" fmla="*/ 704603 h 1116281"/>
              <a:gd name="csX5" fmla="*/ 3004458 w 3004458"/>
              <a:gd name="csY5" fmla="*/ 748146 h 1116281"/>
              <a:gd name="csX6" fmla="*/ 3004458 w 3004458"/>
              <a:gd name="csY6" fmla="*/ 1116281 h 1116281"/>
              <a:gd name="csX7" fmla="*/ 7917 w 3004458"/>
              <a:gd name="csY7" fmla="*/ 1116281 h 1116281"/>
              <a:gd name="csX8" fmla="*/ 0 w 3004458"/>
              <a:gd name="csY8" fmla="*/ 0 h 1116281"/>
              <a:gd name="csX0" fmla="*/ 0 w 3004458"/>
              <a:gd name="csY0" fmla="*/ 0 h 1116281"/>
              <a:gd name="csX1" fmla="*/ 1725881 w 3004458"/>
              <a:gd name="csY1" fmla="*/ 3959 h 1116281"/>
              <a:gd name="csX2" fmla="*/ 1794568 w 3004458"/>
              <a:gd name="csY2" fmla="*/ 19793 h 1116281"/>
              <a:gd name="csX3" fmla="*/ 1790275 w 3004458"/>
              <a:gd name="csY3" fmla="*/ 713189 h 1116281"/>
              <a:gd name="csX4" fmla="*/ 3004458 w 3004458"/>
              <a:gd name="csY4" fmla="*/ 704603 h 1116281"/>
              <a:gd name="csX5" fmla="*/ 3004458 w 3004458"/>
              <a:gd name="csY5" fmla="*/ 748146 h 1116281"/>
              <a:gd name="csX6" fmla="*/ 3004458 w 3004458"/>
              <a:gd name="csY6" fmla="*/ 1116281 h 1116281"/>
              <a:gd name="csX7" fmla="*/ 7917 w 3004458"/>
              <a:gd name="csY7" fmla="*/ 1116281 h 1116281"/>
              <a:gd name="csX8" fmla="*/ 0 w 3004458"/>
              <a:gd name="csY8" fmla="*/ 0 h 1116281"/>
              <a:gd name="csX0" fmla="*/ 0 w 3004458"/>
              <a:gd name="csY0" fmla="*/ 0 h 1116281"/>
              <a:gd name="csX1" fmla="*/ 1725881 w 3004458"/>
              <a:gd name="csY1" fmla="*/ 3959 h 1116281"/>
              <a:gd name="csX2" fmla="*/ 1798861 w 3004458"/>
              <a:gd name="csY2" fmla="*/ 2621 h 1116281"/>
              <a:gd name="csX3" fmla="*/ 1790275 w 3004458"/>
              <a:gd name="csY3" fmla="*/ 713189 h 1116281"/>
              <a:gd name="csX4" fmla="*/ 3004458 w 3004458"/>
              <a:gd name="csY4" fmla="*/ 704603 h 1116281"/>
              <a:gd name="csX5" fmla="*/ 3004458 w 3004458"/>
              <a:gd name="csY5" fmla="*/ 748146 h 1116281"/>
              <a:gd name="csX6" fmla="*/ 3004458 w 3004458"/>
              <a:gd name="csY6" fmla="*/ 1116281 h 1116281"/>
              <a:gd name="csX7" fmla="*/ 7917 w 3004458"/>
              <a:gd name="csY7" fmla="*/ 1116281 h 1116281"/>
              <a:gd name="csX8" fmla="*/ 0 w 3004458"/>
              <a:gd name="csY8" fmla="*/ 0 h 11162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004458" h="1116281">
                <a:moveTo>
                  <a:pt x="0" y="0"/>
                </a:moveTo>
                <a:lnTo>
                  <a:pt x="1725881" y="3959"/>
                </a:lnTo>
                <a:lnTo>
                  <a:pt x="1798861" y="2621"/>
                </a:lnTo>
                <a:lnTo>
                  <a:pt x="1790275" y="713189"/>
                </a:lnTo>
                <a:lnTo>
                  <a:pt x="3004458" y="704603"/>
                </a:lnTo>
                <a:lnTo>
                  <a:pt x="3004458" y="748146"/>
                </a:lnTo>
                <a:lnTo>
                  <a:pt x="3004458" y="1116281"/>
                </a:lnTo>
                <a:lnTo>
                  <a:pt x="7917" y="1116281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10E2CEA6-25BE-0338-4FCC-1D51BD3E2A7A}"/>
              </a:ext>
            </a:extLst>
          </p:cNvPr>
          <p:cNvCxnSpPr>
            <a:cxnSpLocks/>
            <a:stCxn id="81" idx="1"/>
          </p:cNvCxnSpPr>
          <p:nvPr/>
        </p:nvCxnSpPr>
        <p:spPr>
          <a:xfrm rot="10800000">
            <a:off x="1667765" y="567757"/>
            <a:ext cx="444871" cy="21938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DEDDCCCF-47BA-10F7-C302-6C576AE92CE3}"/>
              </a:ext>
            </a:extLst>
          </p:cNvPr>
          <p:cNvCxnSpPr>
            <a:cxnSpLocks/>
            <a:stCxn id="39" idx="2"/>
          </p:cNvCxnSpPr>
          <p:nvPr/>
        </p:nvCxnSpPr>
        <p:spPr>
          <a:xfrm rot="16200000" flipH="1">
            <a:off x="843163" y="956828"/>
            <a:ext cx="331018" cy="317565"/>
          </a:xfrm>
          <a:prstGeom prst="bentConnector3">
            <a:avLst>
              <a:gd name="adj1" fmla="val 27953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B76783F9-7979-6765-7F9E-148EF8198EB1}"/>
              </a:ext>
            </a:extLst>
          </p:cNvPr>
          <p:cNvCxnSpPr>
            <a:cxnSpLocks/>
            <a:stCxn id="44" idx="3"/>
            <a:endCxn id="41" idx="0"/>
          </p:cNvCxnSpPr>
          <p:nvPr/>
        </p:nvCxnSpPr>
        <p:spPr>
          <a:xfrm>
            <a:off x="1639580" y="726451"/>
            <a:ext cx="91693" cy="316955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A1F3E1E-BDD0-B6C6-2E72-929FEF222D68}"/>
              </a:ext>
            </a:extLst>
          </p:cNvPr>
          <p:cNvCxnSpPr>
            <a:cxnSpLocks/>
          </p:cNvCxnSpPr>
          <p:nvPr/>
        </p:nvCxnSpPr>
        <p:spPr>
          <a:xfrm flipV="1">
            <a:off x="2030627" y="1115610"/>
            <a:ext cx="271746" cy="415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851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3397</TotalTime>
  <Words>45</Words>
  <Application>Microsoft Macintosh PowerPoint</Application>
  <PresentationFormat>Custom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Ding, Lijie</dc:creator>
  <cp:lastModifiedBy>Ding, Lijie</cp:lastModifiedBy>
  <cp:revision>638</cp:revision>
  <dcterms:created xsi:type="dcterms:W3CDTF">2025-06-28T21:43:08Z</dcterms:created>
  <dcterms:modified xsi:type="dcterms:W3CDTF">2026-04-08T01:45:54Z</dcterms:modified>
</cp:coreProperties>
</file>