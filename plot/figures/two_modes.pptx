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0" r:id="rId1"/>
  </p:sldMasterIdLst>
  <p:notesMasterIdLst>
    <p:notesMasterId r:id="rId3"/>
  </p:notesMasterIdLst>
  <p:sldIdLst>
    <p:sldId id="258" r:id="rId2"/>
  </p:sldIdLst>
  <p:sldSz cx="3017838" cy="3017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7"/>
    <p:restoredTop sz="94711"/>
  </p:normalViewPr>
  <p:slideViewPr>
    <p:cSldViewPr snapToGrid="0">
      <p:cViewPr>
        <p:scale>
          <a:sx n="261" d="100"/>
          <a:sy n="261" d="100"/>
        </p:scale>
        <p:origin x="5112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493892"/>
            <a:ext cx="2565162" cy="1050655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1585064"/>
            <a:ext cx="2263379" cy="728612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9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752364"/>
            <a:ext cx="2602885" cy="1255337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2019577"/>
            <a:ext cx="2602885" cy="660152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5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803360"/>
            <a:ext cx="1282581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803360"/>
            <a:ext cx="1282581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60673"/>
            <a:ext cx="2602885" cy="583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739790"/>
            <a:ext cx="1276687" cy="36255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1102349"/>
            <a:ext cx="1276687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739790"/>
            <a:ext cx="1282974" cy="36255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1102349"/>
            <a:ext cx="1282974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8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8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8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201189"/>
            <a:ext cx="973331" cy="70416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434513"/>
            <a:ext cx="1527780" cy="2144621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905352"/>
            <a:ext cx="973331" cy="1677275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75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201189"/>
            <a:ext cx="973331" cy="70416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434513"/>
            <a:ext cx="1527780" cy="2144621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905352"/>
            <a:ext cx="973331" cy="1677275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1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6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160672"/>
            <a:ext cx="650721" cy="2557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160672"/>
            <a:ext cx="1914441" cy="2557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1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160673"/>
            <a:ext cx="2602885" cy="583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803360"/>
            <a:ext cx="2602885" cy="1914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2797089"/>
            <a:ext cx="679014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2797089"/>
            <a:ext cx="1018520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2797089"/>
            <a:ext cx="679014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275F9383-CAB8-A4B4-7E1F-82E7D3B934CD}"/>
              </a:ext>
            </a:extLst>
          </p:cNvPr>
          <p:cNvGrpSpPr/>
          <p:nvPr/>
        </p:nvGrpSpPr>
        <p:grpSpPr>
          <a:xfrm>
            <a:off x="-2092608" y="-95067"/>
            <a:ext cx="1620149" cy="1515920"/>
            <a:chOff x="8035" y="-194231"/>
            <a:chExt cx="1620149" cy="1515920"/>
          </a:xfrm>
        </p:grpSpPr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6C7F46F-B72F-DF9C-86EC-8E92C6D2DCB0}"/>
                </a:ext>
              </a:extLst>
            </p:cNvPr>
            <p:cNvSpPr/>
            <p:nvPr/>
          </p:nvSpPr>
          <p:spPr>
            <a:xfrm>
              <a:off x="226445" y="281492"/>
              <a:ext cx="1119405" cy="1040197"/>
            </a:xfrm>
            <a:prstGeom prst="arc">
              <a:avLst>
                <a:gd name="adj1" fmla="val 13201080"/>
                <a:gd name="adj2" fmla="val 19342544"/>
              </a:avLst>
            </a:prstGeom>
            <a:ln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59C765CC-BFA7-A8F0-0194-7C58242168BD}"/>
                </a:ext>
              </a:extLst>
            </p:cNvPr>
            <p:cNvSpPr/>
            <p:nvPr/>
          </p:nvSpPr>
          <p:spPr>
            <a:xfrm rot="10800000">
              <a:off x="225506" y="-194231"/>
              <a:ext cx="1119405" cy="1040197"/>
            </a:xfrm>
            <a:prstGeom prst="arc">
              <a:avLst>
                <a:gd name="adj1" fmla="val 13201080"/>
                <a:gd name="adj2" fmla="val 19342544"/>
              </a:avLst>
            </a:prstGeom>
            <a:ln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6EE3103-3ACD-0345-55AF-4820DF96FC5B}"/>
                </a:ext>
              </a:extLst>
            </p:cNvPr>
            <p:cNvGrpSpPr/>
            <p:nvPr/>
          </p:nvGrpSpPr>
          <p:grpSpPr>
            <a:xfrm>
              <a:off x="8035" y="183035"/>
              <a:ext cx="1620149" cy="724616"/>
              <a:chOff x="14906" y="228192"/>
              <a:chExt cx="1620149" cy="724616"/>
            </a:xfrm>
          </p:grpSpPr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C20BCD6B-D318-EA70-0407-4EC955A1D721}"/>
                  </a:ext>
                </a:extLst>
              </p:cNvPr>
              <p:cNvSpPr/>
              <p:nvPr/>
            </p:nvSpPr>
            <p:spPr>
              <a:xfrm>
                <a:off x="14906" y="228192"/>
                <a:ext cx="1452623" cy="724616"/>
              </a:xfrm>
              <a:prstGeom prst="roundRect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6B91A1E-E281-9F3A-4EB3-597AA4AC8F57}"/>
                  </a:ext>
                </a:extLst>
              </p:cNvPr>
              <p:cNvSpPr txBox="1"/>
              <p:nvPr/>
            </p:nvSpPr>
            <p:spPr>
              <a:xfrm>
                <a:off x="174139" y="821092"/>
                <a:ext cx="238079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plan</a:t>
                </a: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36AA70CC-246C-0721-DA90-3537370BC821}"/>
                  </a:ext>
                </a:extLst>
              </p:cNvPr>
              <p:cNvGrpSpPr/>
              <p:nvPr/>
            </p:nvGrpSpPr>
            <p:grpSpPr>
              <a:xfrm>
                <a:off x="105955" y="258631"/>
                <a:ext cx="1283992" cy="631619"/>
                <a:chOff x="128146" y="277436"/>
                <a:chExt cx="1283992" cy="631619"/>
              </a:xfrm>
            </p:grpSpPr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9FF379B8-8156-7BBE-C3D4-466A56920B88}"/>
                    </a:ext>
                  </a:extLst>
                </p:cNvPr>
                <p:cNvSpPr/>
                <p:nvPr/>
              </p:nvSpPr>
              <p:spPr>
                <a:xfrm>
                  <a:off x="560589" y="467089"/>
                  <a:ext cx="512105" cy="262887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baseline,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tunable parameter</a:t>
                  </a:r>
                </a:p>
              </p:txBody>
            </p:sp>
            <p:pic>
              <p:nvPicPr>
                <p:cNvPr id="90" name="Picture 89" descr="Shape&#10;&#10;AI-generated content may be incorrect.">
                  <a:extLst>
                    <a:ext uri="{FF2B5EF4-FFF2-40B4-BE49-F238E27FC236}">
                      <a16:creationId xmlns:a16="http://schemas.microsoft.com/office/drawing/2014/main" id="{81D92A37-D13D-5F32-2274-5F1039184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8146" y="452156"/>
                  <a:ext cx="231404" cy="231404"/>
                </a:xfrm>
                <a:prstGeom prst="rect">
                  <a:avLst/>
                </a:prstGeom>
              </p:spPr>
            </p:pic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7B9740D5-85FF-8D13-F1BF-C38433BB6B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9258" y="475467"/>
                  <a:ext cx="182880" cy="182880"/>
                </a:xfrm>
                <a:prstGeom prst="rect">
                  <a:avLst/>
                </a:prstGeom>
              </p:spPr>
            </p:pic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90546CD0-5452-617D-34DB-F3E50393576A}"/>
                    </a:ext>
                  </a:extLst>
                </p:cNvPr>
                <p:cNvSpPr/>
                <p:nvPr/>
              </p:nvSpPr>
              <p:spPr>
                <a:xfrm>
                  <a:off x="645011" y="814233"/>
                  <a:ext cx="338935" cy="94822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specify</a:t>
                  </a:r>
                </a:p>
              </p:txBody>
            </p:sp>
            <p:sp>
              <p:nvSpPr>
                <p:cNvPr id="93" name="Rounded Rectangle 92">
                  <a:extLst>
                    <a:ext uri="{FF2B5EF4-FFF2-40B4-BE49-F238E27FC236}">
                      <a16:creationId xmlns:a16="http://schemas.microsoft.com/office/drawing/2014/main" id="{6D1717A7-7425-B750-4728-F909BD82E156}"/>
                    </a:ext>
                  </a:extLst>
                </p:cNvPr>
                <p:cNvSpPr/>
                <p:nvPr/>
              </p:nvSpPr>
              <p:spPr>
                <a:xfrm>
                  <a:off x="645011" y="277436"/>
                  <a:ext cx="338935" cy="94822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bg1">
                    <a:lumMod val="85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inquire</a:t>
                  </a:r>
                </a:p>
              </p:txBody>
            </p:sp>
          </p:grpSp>
          <p:sp>
            <p:nvSpPr>
              <p:cNvPr id="88" name="Right Arrow 87">
                <a:extLst>
                  <a:ext uri="{FF2B5EF4-FFF2-40B4-BE49-F238E27FC236}">
                    <a16:creationId xmlns:a16="http://schemas.microsoft.com/office/drawing/2014/main" id="{A19DF9DC-3361-55D1-6C3B-22707E0A6B99}"/>
                  </a:ext>
                </a:extLst>
              </p:cNvPr>
              <p:cNvSpPr/>
              <p:nvPr/>
            </p:nvSpPr>
            <p:spPr>
              <a:xfrm>
                <a:off x="1477676" y="497086"/>
                <a:ext cx="157379" cy="146250"/>
              </a:xfrm>
              <a:prstGeom prst="rightArrow">
                <a:avLst/>
              </a:prstGeom>
              <a:gradFill flip="none" rotWithShape="1">
                <a:gsLst>
                  <a:gs pos="98000">
                    <a:schemeClr val="tx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49000">
                    <a:schemeClr val="bg1">
                      <a:lumMod val="85000"/>
                    </a:schemeClr>
                  </a:gs>
                  <a:gs pos="78000">
                    <a:schemeClr val="bg1">
                      <a:lumMod val="75000"/>
                    </a:schemeClr>
                  </a:gs>
                  <a:gs pos="92000">
                    <a:schemeClr val="tx1">
                      <a:lumMod val="65000"/>
                      <a:lumOff val="35000"/>
                    </a:schemeClr>
                  </a:gs>
                </a:gsLst>
                <a:lin ang="0" scaled="1"/>
                <a:tileRect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520CEA5-ED16-EFD5-7E30-DF02F363D0C6}"/>
              </a:ext>
            </a:extLst>
          </p:cNvPr>
          <p:cNvSpPr txBox="1"/>
          <p:nvPr/>
        </p:nvSpPr>
        <p:spPr>
          <a:xfrm>
            <a:off x="-967075" y="1067690"/>
            <a:ext cx="399981" cy="1231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analyze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DC37E0-F65B-91EB-FA8B-BB5F0FCF5156}"/>
              </a:ext>
            </a:extLst>
          </p:cNvPr>
          <p:cNvSpPr txBox="1"/>
          <p:nvPr/>
        </p:nvSpPr>
        <p:spPr>
          <a:xfrm>
            <a:off x="3169950" y="-693076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850EA-0FB3-D60B-055D-58F0E574C1B4}"/>
              </a:ext>
            </a:extLst>
          </p:cNvPr>
          <p:cNvSpPr txBox="1"/>
          <p:nvPr/>
        </p:nvSpPr>
        <p:spPr>
          <a:xfrm>
            <a:off x="3312289" y="836857"/>
            <a:ext cx="319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(c)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F20BBC-4E1B-9AD7-5E48-BD1F753F1AF7}"/>
              </a:ext>
            </a:extLst>
          </p:cNvPr>
          <p:cNvGrpSpPr/>
          <p:nvPr/>
        </p:nvGrpSpPr>
        <p:grpSpPr>
          <a:xfrm>
            <a:off x="0" y="0"/>
            <a:ext cx="926081" cy="150015"/>
            <a:chOff x="382585" y="28575"/>
            <a:chExt cx="926081" cy="15001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69624F4-032E-1C14-2326-D0D632DE17D6}"/>
                </a:ext>
              </a:extLst>
            </p:cNvPr>
            <p:cNvSpPr/>
            <p:nvPr/>
          </p:nvSpPr>
          <p:spPr>
            <a:xfrm>
              <a:off x="382585" y="36052"/>
              <a:ext cx="926081" cy="142538"/>
            </a:xfrm>
            <a:prstGeom prst="roundRect">
              <a:avLst>
                <a:gd name="adj" fmla="val 7344"/>
              </a:avLst>
            </a:prstGeom>
            <a:solidFill>
              <a:schemeClr val="bg2">
                <a:lumMod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ctr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ColpackAgent</a:t>
              </a:r>
            </a:p>
          </p:txBody>
        </p:sp>
        <p:pic>
          <p:nvPicPr>
            <p:cNvPr id="8" name="Picture 7" descr="Shape&#10;&#10;AI-generated content may be incorrect.">
              <a:extLst>
                <a:ext uri="{FF2B5EF4-FFF2-40B4-BE49-F238E27FC236}">
                  <a16:creationId xmlns:a16="http://schemas.microsoft.com/office/drawing/2014/main" id="{F2EF1A27-DAD4-B0ED-68F5-2970E527E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31" y="28575"/>
              <a:ext cx="144436" cy="14443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7D7446-CD76-EE12-B652-F7D11A3D3118}"/>
              </a:ext>
            </a:extLst>
          </p:cNvPr>
          <p:cNvGrpSpPr/>
          <p:nvPr/>
        </p:nvGrpSpPr>
        <p:grpSpPr>
          <a:xfrm>
            <a:off x="2482589" y="0"/>
            <a:ext cx="526591" cy="148568"/>
            <a:chOff x="2257688" y="34151"/>
            <a:chExt cx="526591" cy="14856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F1EEDC2-880A-E8C7-C6F4-B58EFD9CBF43}"/>
                </a:ext>
              </a:extLst>
            </p:cNvPr>
            <p:cNvSpPr/>
            <p:nvPr/>
          </p:nvSpPr>
          <p:spPr>
            <a:xfrm>
              <a:off x="2257688" y="34151"/>
              <a:ext cx="526591" cy="148568"/>
            </a:xfrm>
            <a:prstGeom prst="roundRect">
              <a:avLst>
                <a:gd name="adj" fmla="val 734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ctr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human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8476F0-AB44-C0B9-FD27-3194C5506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0595" y="40962"/>
              <a:ext cx="136356" cy="136356"/>
            </a:xfrm>
            <a:prstGeom prst="rect">
              <a:avLst/>
            </a:prstGeom>
          </p:spPr>
        </p:pic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55D4A04C-6E3C-F86C-7196-1EBBA22A8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96591" y="796657"/>
            <a:ext cx="1317415" cy="131741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F8C9B89-9052-4AFC-4655-8A3DF0764E8C}"/>
              </a:ext>
            </a:extLst>
          </p:cNvPr>
          <p:cNvGrpSpPr/>
          <p:nvPr/>
        </p:nvGrpSpPr>
        <p:grpSpPr>
          <a:xfrm>
            <a:off x="-2176866" y="2123326"/>
            <a:ext cx="1283992" cy="647667"/>
            <a:chOff x="128146" y="290458"/>
            <a:chExt cx="1283992" cy="647667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5F9F601-4E01-1FCE-D80B-3B07A48D549F}"/>
                </a:ext>
              </a:extLst>
            </p:cNvPr>
            <p:cNvSpPr/>
            <p:nvPr/>
          </p:nvSpPr>
          <p:spPr>
            <a:xfrm>
              <a:off x="560589" y="467089"/>
              <a:ext cx="512105" cy="262887"/>
            </a:xfrm>
            <a:prstGeom prst="roundRect">
              <a:avLst>
                <a:gd name="adj" fmla="val 4305"/>
              </a:avLst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t"/>
            <a:lstStyle/>
            <a:p>
              <a:pPr>
                <a:lnSpc>
                  <a:spcPct val="80000"/>
                </a:lnSpc>
              </a:pPr>
              <a:r>
                <a:rPr lang="en-US" sz="700" dirty="0">
                  <a:solidFill>
                    <a:schemeClr val="tx1"/>
                  </a:solidFill>
                </a:rPr>
                <a:t>dimension, ensemble,</a:t>
              </a:r>
            </a:p>
            <a:p>
              <a:pPr>
                <a:lnSpc>
                  <a:spcPct val="80000"/>
                </a:lnSpc>
              </a:pPr>
              <a:r>
                <a:rPr lang="en-US" sz="700" dirty="0">
                  <a:solidFill>
                    <a:schemeClr val="tx1"/>
                  </a:solidFill>
                </a:rPr>
                <a:t>particles</a:t>
              </a:r>
            </a:p>
          </p:txBody>
        </p:sp>
        <p:pic>
          <p:nvPicPr>
            <p:cNvPr id="27" name="Picture 26" descr="Shape&#10;&#10;AI-generated content may be incorrect.">
              <a:extLst>
                <a:ext uri="{FF2B5EF4-FFF2-40B4-BE49-F238E27FC236}">
                  <a16:creationId xmlns:a16="http://schemas.microsoft.com/office/drawing/2014/main" id="{022913A9-7ACF-E76A-AB3C-300239BC4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146" y="452156"/>
              <a:ext cx="231404" cy="2314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A4F951A-7D46-0FFF-69B2-32A64581D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9258" y="475467"/>
              <a:ext cx="182880" cy="182880"/>
            </a:xfrm>
            <a:prstGeom prst="rect">
              <a:avLst/>
            </a:prstGeom>
          </p:spPr>
        </p:pic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227B9EC-8730-C2B3-6881-0D429D5D6E83}"/>
                </a:ext>
              </a:extLst>
            </p:cNvPr>
            <p:cNvSpPr/>
            <p:nvPr/>
          </p:nvSpPr>
          <p:spPr>
            <a:xfrm>
              <a:off x="589707" y="290458"/>
              <a:ext cx="338935" cy="94822"/>
            </a:xfrm>
            <a:prstGeom prst="roundRect">
              <a:avLst>
                <a:gd name="adj" fmla="val 4305"/>
              </a:avLst>
            </a:prstGeom>
            <a:solidFill>
              <a:schemeClr val="bg1">
                <a:lumMod val="8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t"/>
            <a:lstStyle/>
            <a:p>
              <a:pPr>
                <a:lnSpc>
                  <a:spcPct val="80000"/>
                </a:lnSpc>
              </a:pPr>
              <a:r>
                <a:rPr lang="en-US" sz="700" dirty="0">
                  <a:solidFill>
                    <a:schemeClr val="tx1"/>
                  </a:solidFill>
                </a:rPr>
                <a:t>inquire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21144A92-DFAF-3A75-8B1B-3F6A2494E944}"/>
                </a:ext>
              </a:extLst>
            </p:cNvPr>
            <p:cNvSpPr/>
            <p:nvPr/>
          </p:nvSpPr>
          <p:spPr>
            <a:xfrm>
              <a:off x="618824" y="843303"/>
              <a:ext cx="338935" cy="94822"/>
            </a:xfrm>
            <a:prstGeom prst="roundRect">
              <a:avLst>
                <a:gd name="adj" fmla="val 430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t"/>
            <a:lstStyle/>
            <a:p>
              <a:pPr>
                <a:lnSpc>
                  <a:spcPct val="80000"/>
                </a:lnSpc>
              </a:pPr>
              <a:r>
                <a:rPr lang="en-US" sz="700" dirty="0">
                  <a:solidFill>
                    <a:schemeClr val="tx1"/>
                  </a:solidFill>
                </a:rPr>
                <a:t>specify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4A4703F-D526-4209-BD3B-EDA194C53F45}"/>
              </a:ext>
            </a:extLst>
          </p:cNvPr>
          <p:cNvGrpSpPr/>
          <p:nvPr/>
        </p:nvGrpSpPr>
        <p:grpSpPr>
          <a:xfrm>
            <a:off x="3009180" y="265844"/>
            <a:ext cx="1452623" cy="1580378"/>
            <a:chOff x="8035" y="-264367"/>
            <a:chExt cx="1452623" cy="1580378"/>
          </a:xfrm>
        </p:grpSpPr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A020E3E7-A971-CF0C-A51D-43BBD142FBE9}"/>
                </a:ext>
              </a:extLst>
            </p:cNvPr>
            <p:cNvSpPr/>
            <p:nvPr/>
          </p:nvSpPr>
          <p:spPr>
            <a:xfrm>
              <a:off x="198177" y="275814"/>
              <a:ext cx="1119405" cy="1040197"/>
            </a:xfrm>
            <a:prstGeom prst="arc">
              <a:avLst>
                <a:gd name="adj1" fmla="val 13201080"/>
                <a:gd name="adj2" fmla="val 19342544"/>
              </a:avLst>
            </a:prstGeom>
            <a:ln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D0E88953-9078-1220-5CCA-6D04EC633663}"/>
                </a:ext>
              </a:extLst>
            </p:cNvPr>
            <p:cNvSpPr/>
            <p:nvPr/>
          </p:nvSpPr>
          <p:spPr>
            <a:xfrm rot="10800000">
              <a:off x="214786" y="-264367"/>
              <a:ext cx="1119405" cy="1040197"/>
            </a:xfrm>
            <a:prstGeom prst="arc">
              <a:avLst>
                <a:gd name="adj1" fmla="val 13201080"/>
                <a:gd name="adj2" fmla="val 19342544"/>
              </a:avLst>
            </a:prstGeom>
            <a:ln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CD03DE9F-44E7-8F5D-B100-FBE85B3130C9}"/>
                </a:ext>
              </a:extLst>
            </p:cNvPr>
            <p:cNvGrpSpPr/>
            <p:nvPr/>
          </p:nvGrpSpPr>
          <p:grpSpPr>
            <a:xfrm>
              <a:off x="8035" y="239131"/>
              <a:ext cx="1452623" cy="783784"/>
              <a:chOff x="14906" y="284288"/>
              <a:chExt cx="1452623" cy="783784"/>
            </a:xfrm>
          </p:grpSpPr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11793ED2-8FCD-55C4-4060-11F5CCA7BB4C}"/>
                  </a:ext>
                </a:extLst>
              </p:cNvPr>
              <p:cNvSpPr/>
              <p:nvPr/>
            </p:nvSpPr>
            <p:spPr>
              <a:xfrm>
                <a:off x="14906" y="284288"/>
                <a:ext cx="1452623" cy="604717"/>
              </a:xfrm>
              <a:prstGeom prst="roundRect">
                <a:avLst>
                  <a:gd name="adj" fmla="val 9968"/>
                </a:avLst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3B5B541-9B7B-93D0-7D3C-F56A4F757A95}"/>
                  </a:ext>
                </a:extLst>
              </p:cNvPr>
              <p:cNvSpPr txBox="1"/>
              <p:nvPr/>
            </p:nvSpPr>
            <p:spPr>
              <a:xfrm>
                <a:off x="94700" y="753308"/>
                <a:ext cx="300596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setup</a:t>
                </a: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AC36FC6A-A395-0C4B-CBC5-7D1E847AA62A}"/>
                  </a:ext>
                </a:extLst>
              </p:cNvPr>
              <p:cNvGrpSpPr/>
              <p:nvPr/>
            </p:nvGrpSpPr>
            <p:grpSpPr>
              <a:xfrm>
                <a:off x="79131" y="299677"/>
                <a:ext cx="1379071" cy="561475"/>
                <a:chOff x="101322" y="318482"/>
                <a:chExt cx="1379071" cy="561475"/>
              </a:xfrm>
            </p:grpSpPr>
            <p:sp>
              <p:nvSpPr>
                <p:cNvPr id="102" name="Rounded Rectangle 101">
                  <a:extLst>
                    <a:ext uri="{FF2B5EF4-FFF2-40B4-BE49-F238E27FC236}">
                      <a16:creationId xmlns:a16="http://schemas.microsoft.com/office/drawing/2014/main" id="{2D132CEF-C09B-7D4C-59D5-5BD5A7773219}"/>
                    </a:ext>
                  </a:extLst>
                </p:cNvPr>
                <p:cNvSpPr/>
                <p:nvPr/>
              </p:nvSpPr>
              <p:spPr>
                <a:xfrm>
                  <a:off x="560589" y="467089"/>
                  <a:ext cx="512105" cy="262887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baseline,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tunable parameter</a:t>
                  </a:r>
                </a:p>
              </p:txBody>
            </p:sp>
            <p:pic>
              <p:nvPicPr>
                <p:cNvPr id="103" name="Picture 102" descr="Shape&#10;&#10;AI-generated content may be incorrect.">
                  <a:extLst>
                    <a:ext uri="{FF2B5EF4-FFF2-40B4-BE49-F238E27FC236}">
                      <a16:creationId xmlns:a16="http://schemas.microsoft.com/office/drawing/2014/main" id="{73864F36-EB9F-3CA4-2F69-721FF55D50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322" y="431779"/>
                  <a:ext cx="270256" cy="270256"/>
                </a:xfrm>
                <a:prstGeom prst="rect">
                  <a:avLst/>
                </a:prstGeom>
              </p:spPr>
            </p:pic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19A1378A-DA88-85C3-C1E4-2A679CDA4A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10305" y="442013"/>
                  <a:ext cx="270088" cy="270088"/>
                </a:xfrm>
                <a:prstGeom prst="rect">
                  <a:avLst/>
                </a:prstGeom>
              </p:spPr>
            </p:pic>
            <p:sp>
              <p:nvSpPr>
                <p:cNvPr id="105" name="Rounded Rectangle 104">
                  <a:extLst>
                    <a:ext uri="{FF2B5EF4-FFF2-40B4-BE49-F238E27FC236}">
                      <a16:creationId xmlns:a16="http://schemas.microsoft.com/office/drawing/2014/main" id="{544E32EE-CF61-56B7-5E4B-17311D8F86CF}"/>
                    </a:ext>
                  </a:extLst>
                </p:cNvPr>
                <p:cNvSpPr/>
                <p:nvPr/>
              </p:nvSpPr>
              <p:spPr>
                <a:xfrm>
                  <a:off x="635005" y="785135"/>
                  <a:ext cx="338935" cy="94822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specify</a:t>
                  </a:r>
                </a:p>
              </p:txBody>
            </p:sp>
            <p:sp>
              <p:nvSpPr>
                <p:cNvPr id="106" name="Rounded Rectangle 105">
                  <a:extLst>
                    <a:ext uri="{FF2B5EF4-FFF2-40B4-BE49-F238E27FC236}">
                      <a16:creationId xmlns:a16="http://schemas.microsoft.com/office/drawing/2014/main" id="{B287CEB8-94AE-DD70-DBF1-279BACFA8478}"/>
                    </a:ext>
                  </a:extLst>
                </p:cNvPr>
                <p:cNvSpPr/>
                <p:nvPr/>
              </p:nvSpPr>
              <p:spPr>
                <a:xfrm>
                  <a:off x="634082" y="318482"/>
                  <a:ext cx="338935" cy="94822"/>
                </a:xfrm>
                <a:prstGeom prst="roundRect">
                  <a:avLst>
                    <a:gd name="adj" fmla="val 4305"/>
                  </a:avLst>
                </a:prstGeom>
                <a:solidFill>
                  <a:schemeClr val="bg1">
                    <a:lumMod val="85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0" rIns="18288" bIns="0" rtlCol="0" anchor="t"/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700" dirty="0">
                      <a:solidFill>
                        <a:schemeClr val="tx1"/>
                      </a:solidFill>
                    </a:rPr>
                    <a:t>inquire</a:t>
                  </a:r>
                </a:p>
              </p:txBody>
            </p:sp>
          </p:grpSp>
          <p:sp>
            <p:nvSpPr>
              <p:cNvPr id="101" name="Right Arrow 100">
                <a:extLst>
                  <a:ext uri="{FF2B5EF4-FFF2-40B4-BE49-F238E27FC236}">
                    <a16:creationId xmlns:a16="http://schemas.microsoft.com/office/drawing/2014/main" id="{5A511BBE-F818-BC2A-E5AF-3BDFB6287C2F}"/>
                  </a:ext>
                </a:extLst>
              </p:cNvPr>
              <p:cNvSpPr/>
              <p:nvPr/>
            </p:nvSpPr>
            <p:spPr>
              <a:xfrm rot="5400000">
                <a:off x="680481" y="916258"/>
                <a:ext cx="157379" cy="146250"/>
              </a:xfrm>
              <a:prstGeom prst="rightArrow">
                <a:avLst/>
              </a:prstGeom>
              <a:gradFill flip="none" rotWithShape="1">
                <a:gsLst>
                  <a:gs pos="98000">
                    <a:schemeClr val="tx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49000">
                    <a:schemeClr val="bg1">
                      <a:lumMod val="85000"/>
                    </a:schemeClr>
                  </a:gs>
                  <a:gs pos="78000">
                    <a:schemeClr val="bg1">
                      <a:lumMod val="75000"/>
                    </a:schemeClr>
                  </a:gs>
                  <a:gs pos="92000">
                    <a:schemeClr val="tx1">
                      <a:lumMod val="65000"/>
                      <a:lumOff val="35000"/>
                    </a:schemeClr>
                  </a:gs>
                </a:gsLst>
                <a:lin ang="0" scaled="1"/>
                <a:tileRect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" name="Picture 2" descr="Shape&#10;&#10;AI-generated content may be incorrect.">
            <a:extLst>
              <a:ext uri="{FF2B5EF4-FFF2-40B4-BE49-F238E27FC236}">
                <a16:creationId xmlns:a16="http://schemas.microsoft.com/office/drawing/2014/main" id="{DA91947C-3CB6-A762-A996-C0E1DB6E3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16" y="544444"/>
            <a:ext cx="453766" cy="453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DA4E3-B812-61BC-55A2-4AA3BAC94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59" y="1192253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3AB1BB-BF32-4DD5-F274-79B3442AE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072" y="2299957"/>
            <a:ext cx="457200" cy="457200"/>
          </a:xfrm>
          <a:prstGeom prst="rect">
            <a:avLst/>
          </a:prstGeom>
        </p:spPr>
      </p:pic>
      <p:pic>
        <p:nvPicPr>
          <p:cNvPr id="17" name="Picture 16" descr="Shape&#10;&#10;AI-generated content may be incorrect.">
            <a:extLst>
              <a:ext uri="{FF2B5EF4-FFF2-40B4-BE49-F238E27FC236}">
                <a16:creationId xmlns:a16="http://schemas.microsoft.com/office/drawing/2014/main" id="{FDD7AD46-B196-A946-B3EA-8FF8FDC7F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02" y="1887189"/>
            <a:ext cx="453766" cy="453766"/>
          </a:xfrm>
          <a:prstGeom prst="rect">
            <a:avLst/>
          </a:prstGeom>
        </p:spPr>
      </p:pic>
      <p:pic>
        <p:nvPicPr>
          <p:cNvPr id="19" name="Picture 18" descr="Shape&#10;&#10;AI-generated content may be incorrect.">
            <a:extLst>
              <a:ext uri="{FF2B5EF4-FFF2-40B4-BE49-F238E27FC236}">
                <a16:creationId xmlns:a16="http://schemas.microsoft.com/office/drawing/2014/main" id="{D4F234C9-8672-B643-9170-30E8D22EF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46" y="737035"/>
            <a:ext cx="453766" cy="453766"/>
          </a:xfrm>
          <a:prstGeom prst="rect">
            <a:avLst/>
          </a:prstGeom>
        </p:spPr>
      </p:pic>
      <p:pic>
        <p:nvPicPr>
          <p:cNvPr id="31" name="Picture 30" descr="Shape&#10;&#10;AI-generated content may be incorrect.">
            <a:extLst>
              <a:ext uri="{FF2B5EF4-FFF2-40B4-BE49-F238E27FC236}">
                <a16:creationId xmlns:a16="http://schemas.microsoft.com/office/drawing/2014/main" id="{388DE6C2-F4A5-3854-0A76-3DE05280C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170" y="1896443"/>
            <a:ext cx="453766" cy="453766"/>
          </a:xfrm>
          <a:prstGeom prst="rect">
            <a:avLst/>
          </a:prstGeom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3F78D01-CE28-B201-6DD5-6E71CCDD8E07}"/>
              </a:ext>
            </a:extLst>
          </p:cNvPr>
          <p:cNvSpPr/>
          <p:nvPr/>
        </p:nvSpPr>
        <p:spPr>
          <a:xfrm>
            <a:off x="707650" y="1463053"/>
            <a:ext cx="512105" cy="262887"/>
          </a:xfrm>
          <a:prstGeom prst="roundRect">
            <a:avLst>
              <a:gd name="adj" fmla="val 4305"/>
            </a:avLst>
          </a:prstGeom>
          <a:solidFill>
            <a:schemeClr val="bg2">
              <a:lumMod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baseline,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tunable parameter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D4051D8-B43D-673B-1ED7-7A2D5A374763}"/>
              </a:ext>
            </a:extLst>
          </p:cNvPr>
          <p:cNvSpPr/>
          <p:nvPr/>
        </p:nvSpPr>
        <p:spPr>
          <a:xfrm>
            <a:off x="-144489" y="1907850"/>
            <a:ext cx="512105" cy="262887"/>
          </a:xfrm>
          <a:prstGeom prst="roundRect">
            <a:avLst>
              <a:gd name="adj" fmla="val 4305"/>
            </a:avLst>
          </a:prstGeom>
          <a:solidFill>
            <a:schemeClr val="bg2">
              <a:lumMod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baseline,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tunable parameter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7B6BD30-1B4D-5FDA-C3EF-C5FAFECAAD33}"/>
              </a:ext>
            </a:extLst>
          </p:cNvPr>
          <p:cNvSpPr/>
          <p:nvPr/>
        </p:nvSpPr>
        <p:spPr>
          <a:xfrm>
            <a:off x="367847" y="979161"/>
            <a:ext cx="512105" cy="262887"/>
          </a:xfrm>
          <a:prstGeom prst="roundRect">
            <a:avLst>
              <a:gd name="adj" fmla="val 4305"/>
            </a:avLst>
          </a:prstGeom>
          <a:solidFill>
            <a:schemeClr val="bg2">
              <a:lumMod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dimension, ensemble,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particles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6094</TotalTime>
  <Words>44</Words>
  <Application>Microsoft Macintosh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920</cp:revision>
  <dcterms:created xsi:type="dcterms:W3CDTF">2025-06-28T21:43:08Z</dcterms:created>
  <dcterms:modified xsi:type="dcterms:W3CDTF">2026-04-25T18:03:53Z</dcterms:modified>
</cp:coreProperties>
</file>