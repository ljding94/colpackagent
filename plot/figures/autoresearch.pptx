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8" r:id="rId1"/>
  </p:sldMasterIdLst>
  <p:notesMasterIdLst>
    <p:notesMasterId r:id="rId3"/>
  </p:notesMasterIdLst>
  <p:sldIdLst>
    <p:sldId id="258" r:id="rId2"/>
  </p:sldIdLst>
  <p:sldSz cx="3017838" cy="2149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9"/>
    <p:restoredTop sz="94795"/>
  </p:normalViewPr>
  <p:slideViewPr>
    <p:cSldViewPr snapToGrid="0">
      <p:cViewPr varScale="1">
        <p:scale>
          <a:sx n="385" d="100"/>
          <a:sy n="385" d="100"/>
        </p:scale>
        <p:origin x="17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9832B-B52D-0744-ABFF-02B7CCDE2603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3650" y="1143000"/>
            <a:ext cx="4330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C068-E901-BA4A-BC63-D05E1DD6E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277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55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69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834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199972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111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9BF5-564D-4F86-6631-15E1A522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0926-3049-E577-0DD3-C12CA22B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63650" y="1143000"/>
            <a:ext cx="43307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5053B-DDD1-B9BB-0D25-7DD1821E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5346B-C31B-2C4E-EE98-D6B7B0F33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C068-E901-BA4A-BC63-D05E1DD6E8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338" y="351778"/>
            <a:ext cx="2565162" cy="748336"/>
          </a:xfrm>
        </p:spPr>
        <p:txBody>
          <a:bodyPr anchor="b"/>
          <a:lstStyle>
            <a:lvl1pPr algn="ctr">
              <a:defRPr sz="1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230" y="1128972"/>
            <a:ext cx="2263379" cy="518959"/>
          </a:xfrm>
        </p:spPr>
        <p:txBody>
          <a:bodyPr/>
          <a:lstStyle>
            <a:lvl1pPr marL="0" indent="0" algn="ctr">
              <a:buNone/>
              <a:defRPr sz="752"/>
            </a:lvl1pPr>
            <a:lvl2pPr marL="143286" indent="0" algn="ctr">
              <a:buNone/>
              <a:defRPr sz="627"/>
            </a:lvl2pPr>
            <a:lvl3pPr marL="286573" indent="0" algn="ctr">
              <a:buNone/>
              <a:defRPr sz="564"/>
            </a:lvl3pPr>
            <a:lvl4pPr marL="429859" indent="0" algn="ctr">
              <a:buNone/>
              <a:defRPr sz="501"/>
            </a:lvl4pPr>
            <a:lvl5pPr marL="573146" indent="0" algn="ctr">
              <a:buNone/>
              <a:defRPr sz="501"/>
            </a:lvl5pPr>
            <a:lvl6pPr marL="716432" indent="0" algn="ctr">
              <a:buNone/>
              <a:defRPr sz="501"/>
            </a:lvl6pPr>
            <a:lvl7pPr marL="859719" indent="0" algn="ctr">
              <a:buNone/>
              <a:defRPr sz="501"/>
            </a:lvl7pPr>
            <a:lvl8pPr marL="1003005" indent="0" algn="ctr">
              <a:buNone/>
              <a:defRPr sz="501"/>
            </a:lvl8pPr>
            <a:lvl9pPr marL="1146292" indent="0" algn="ctr">
              <a:buNone/>
              <a:defRPr sz="5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64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46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5" y="535877"/>
            <a:ext cx="2602885" cy="894122"/>
          </a:xfrm>
        </p:spPr>
        <p:txBody>
          <a:bodyPr anchor="b"/>
          <a:lstStyle>
            <a:lvl1pPr>
              <a:defRPr sz="1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905" y="1438457"/>
            <a:ext cx="2602885" cy="470197"/>
          </a:xfrm>
        </p:spPr>
        <p:txBody>
          <a:bodyPr/>
          <a:lstStyle>
            <a:lvl1pPr marL="0" indent="0">
              <a:buNone/>
              <a:defRPr sz="752">
                <a:solidFill>
                  <a:schemeClr val="tx1">
                    <a:tint val="82000"/>
                  </a:schemeClr>
                </a:solidFill>
              </a:defRPr>
            </a:lvl1pPr>
            <a:lvl2pPr marL="143286" indent="0">
              <a:buNone/>
              <a:defRPr sz="627">
                <a:solidFill>
                  <a:schemeClr val="tx1">
                    <a:tint val="82000"/>
                  </a:schemeClr>
                </a:solidFill>
              </a:defRPr>
            </a:lvl2pPr>
            <a:lvl3pPr marL="286573" indent="0">
              <a:buNone/>
              <a:defRPr sz="564">
                <a:solidFill>
                  <a:schemeClr val="tx1">
                    <a:tint val="82000"/>
                  </a:schemeClr>
                </a:solidFill>
              </a:defRPr>
            </a:lvl3pPr>
            <a:lvl4pPr marL="429859" indent="0">
              <a:buNone/>
              <a:defRPr sz="501">
                <a:solidFill>
                  <a:schemeClr val="tx1">
                    <a:tint val="82000"/>
                  </a:schemeClr>
                </a:solidFill>
              </a:defRPr>
            </a:lvl4pPr>
            <a:lvl5pPr marL="573146" indent="0">
              <a:buNone/>
              <a:defRPr sz="501">
                <a:solidFill>
                  <a:schemeClr val="tx1">
                    <a:tint val="82000"/>
                  </a:schemeClr>
                </a:solidFill>
              </a:defRPr>
            </a:lvl5pPr>
            <a:lvl6pPr marL="716432" indent="0">
              <a:buNone/>
              <a:defRPr sz="501">
                <a:solidFill>
                  <a:schemeClr val="tx1">
                    <a:tint val="82000"/>
                  </a:schemeClr>
                </a:solidFill>
              </a:defRPr>
            </a:lvl6pPr>
            <a:lvl7pPr marL="859719" indent="0">
              <a:buNone/>
              <a:defRPr sz="501">
                <a:solidFill>
                  <a:schemeClr val="tx1">
                    <a:tint val="82000"/>
                  </a:schemeClr>
                </a:solidFill>
              </a:defRPr>
            </a:lvl7pPr>
            <a:lvl8pPr marL="1003005" indent="0">
              <a:buNone/>
              <a:defRPr sz="501">
                <a:solidFill>
                  <a:schemeClr val="tx1">
                    <a:tint val="82000"/>
                  </a:schemeClr>
                </a:solidFill>
              </a:defRPr>
            </a:lvl8pPr>
            <a:lvl9pPr marL="1146292" indent="0">
              <a:buNone/>
              <a:defRPr sz="5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1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76" y="572198"/>
            <a:ext cx="1282581" cy="1363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781" y="572198"/>
            <a:ext cx="1282581" cy="1363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68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14440"/>
            <a:ext cx="2602885" cy="415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70" y="526920"/>
            <a:ext cx="1276687" cy="258235"/>
          </a:xfrm>
        </p:spPr>
        <p:txBody>
          <a:bodyPr anchor="b"/>
          <a:lstStyle>
            <a:lvl1pPr marL="0" indent="0">
              <a:buNone/>
              <a:defRPr sz="752" b="1"/>
            </a:lvl1pPr>
            <a:lvl2pPr marL="143286" indent="0">
              <a:buNone/>
              <a:defRPr sz="627" b="1"/>
            </a:lvl2pPr>
            <a:lvl3pPr marL="286573" indent="0">
              <a:buNone/>
              <a:defRPr sz="564" b="1"/>
            </a:lvl3pPr>
            <a:lvl4pPr marL="429859" indent="0">
              <a:buNone/>
              <a:defRPr sz="501" b="1"/>
            </a:lvl4pPr>
            <a:lvl5pPr marL="573146" indent="0">
              <a:buNone/>
              <a:defRPr sz="501" b="1"/>
            </a:lvl5pPr>
            <a:lvl6pPr marL="716432" indent="0">
              <a:buNone/>
              <a:defRPr sz="501" b="1"/>
            </a:lvl6pPr>
            <a:lvl7pPr marL="859719" indent="0">
              <a:buNone/>
              <a:defRPr sz="501" b="1"/>
            </a:lvl7pPr>
            <a:lvl8pPr marL="1003005" indent="0">
              <a:buNone/>
              <a:defRPr sz="501" b="1"/>
            </a:lvl8pPr>
            <a:lvl9pPr marL="1146292" indent="0">
              <a:buNone/>
              <a:defRPr sz="5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70" y="785156"/>
            <a:ext cx="1276687" cy="11548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781" y="526920"/>
            <a:ext cx="1282974" cy="258235"/>
          </a:xfrm>
        </p:spPr>
        <p:txBody>
          <a:bodyPr anchor="b"/>
          <a:lstStyle>
            <a:lvl1pPr marL="0" indent="0">
              <a:buNone/>
              <a:defRPr sz="752" b="1"/>
            </a:lvl1pPr>
            <a:lvl2pPr marL="143286" indent="0">
              <a:buNone/>
              <a:defRPr sz="627" b="1"/>
            </a:lvl2pPr>
            <a:lvl3pPr marL="286573" indent="0">
              <a:buNone/>
              <a:defRPr sz="564" b="1"/>
            </a:lvl3pPr>
            <a:lvl4pPr marL="429859" indent="0">
              <a:buNone/>
              <a:defRPr sz="501" b="1"/>
            </a:lvl4pPr>
            <a:lvl5pPr marL="573146" indent="0">
              <a:buNone/>
              <a:defRPr sz="501" b="1"/>
            </a:lvl5pPr>
            <a:lvl6pPr marL="716432" indent="0">
              <a:buNone/>
              <a:defRPr sz="501" b="1"/>
            </a:lvl6pPr>
            <a:lvl7pPr marL="859719" indent="0">
              <a:buNone/>
              <a:defRPr sz="501" b="1"/>
            </a:lvl7pPr>
            <a:lvl8pPr marL="1003005" indent="0">
              <a:buNone/>
              <a:defRPr sz="501" b="1"/>
            </a:lvl8pPr>
            <a:lvl9pPr marL="1146292" indent="0">
              <a:buNone/>
              <a:defRPr sz="5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781" y="785156"/>
            <a:ext cx="1282974" cy="11548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8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4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43298"/>
            <a:ext cx="973331" cy="501544"/>
          </a:xfrm>
        </p:spPr>
        <p:txBody>
          <a:bodyPr anchor="b"/>
          <a:lstStyle>
            <a:lvl1pPr>
              <a:defRPr sz="10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974" y="309485"/>
            <a:ext cx="1527780" cy="1527520"/>
          </a:xfrm>
        </p:spPr>
        <p:txBody>
          <a:bodyPr/>
          <a:lstStyle>
            <a:lvl1pPr>
              <a:defRPr sz="1003"/>
            </a:lvl1pPr>
            <a:lvl2pPr>
              <a:defRPr sz="878"/>
            </a:lvl2pPr>
            <a:lvl3pPr>
              <a:defRPr sz="752"/>
            </a:lvl3pPr>
            <a:lvl4pPr>
              <a:defRPr sz="627"/>
            </a:lvl4pPr>
            <a:lvl5pPr>
              <a:defRPr sz="627"/>
            </a:lvl5pPr>
            <a:lvl6pPr>
              <a:defRPr sz="627"/>
            </a:lvl6pPr>
            <a:lvl7pPr>
              <a:defRPr sz="627"/>
            </a:lvl7pPr>
            <a:lvl8pPr>
              <a:defRPr sz="627"/>
            </a:lvl8pPr>
            <a:lvl9pPr>
              <a:defRPr sz="6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644843"/>
            <a:ext cx="973331" cy="1194650"/>
          </a:xfrm>
        </p:spPr>
        <p:txBody>
          <a:bodyPr/>
          <a:lstStyle>
            <a:lvl1pPr marL="0" indent="0">
              <a:buNone/>
              <a:defRPr sz="501"/>
            </a:lvl1pPr>
            <a:lvl2pPr marL="143286" indent="0">
              <a:buNone/>
              <a:defRPr sz="439"/>
            </a:lvl2pPr>
            <a:lvl3pPr marL="286573" indent="0">
              <a:buNone/>
              <a:defRPr sz="376"/>
            </a:lvl3pPr>
            <a:lvl4pPr marL="429859" indent="0">
              <a:buNone/>
              <a:defRPr sz="313"/>
            </a:lvl4pPr>
            <a:lvl5pPr marL="573146" indent="0">
              <a:buNone/>
              <a:defRPr sz="313"/>
            </a:lvl5pPr>
            <a:lvl6pPr marL="716432" indent="0">
              <a:buNone/>
              <a:defRPr sz="313"/>
            </a:lvl6pPr>
            <a:lvl7pPr marL="859719" indent="0">
              <a:buNone/>
              <a:defRPr sz="313"/>
            </a:lvl7pPr>
            <a:lvl8pPr marL="1003005" indent="0">
              <a:buNone/>
              <a:defRPr sz="313"/>
            </a:lvl8pPr>
            <a:lvl9pPr marL="1146292" indent="0">
              <a:buNone/>
              <a:defRPr sz="3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4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43298"/>
            <a:ext cx="973331" cy="501544"/>
          </a:xfrm>
        </p:spPr>
        <p:txBody>
          <a:bodyPr anchor="b"/>
          <a:lstStyle>
            <a:lvl1pPr>
              <a:defRPr sz="10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974" y="309485"/>
            <a:ext cx="1527780" cy="1527520"/>
          </a:xfrm>
        </p:spPr>
        <p:txBody>
          <a:bodyPr anchor="t"/>
          <a:lstStyle>
            <a:lvl1pPr marL="0" indent="0">
              <a:buNone/>
              <a:defRPr sz="1003"/>
            </a:lvl1pPr>
            <a:lvl2pPr marL="143286" indent="0">
              <a:buNone/>
              <a:defRPr sz="878"/>
            </a:lvl2pPr>
            <a:lvl3pPr marL="286573" indent="0">
              <a:buNone/>
              <a:defRPr sz="752"/>
            </a:lvl3pPr>
            <a:lvl4pPr marL="429859" indent="0">
              <a:buNone/>
              <a:defRPr sz="627"/>
            </a:lvl4pPr>
            <a:lvl5pPr marL="573146" indent="0">
              <a:buNone/>
              <a:defRPr sz="627"/>
            </a:lvl5pPr>
            <a:lvl6pPr marL="716432" indent="0">
              <a:buNone/>
              <a:defRPr sz="627"/>
            </a:lvl6pPr>
            <a:lvl7pPr marL="859719" indent="0">
              <a:buNone/>
              <a:defRPr sz="627"/>
            </a:lvl7pPr>
            <a:lvl8pPr marL="1003005" indent="0">
              <a:buNone/>
              <a:defRPr sz="627"/>
            </a:lvl8pPr>
            <a:lvl9pPr marL="1146292" indent="0">
              <a:buNone/>
              <a:defRPr sz="6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644843"/>
            <a:ext cx="973331" cy="1194650"/>
          </a:xfrm>
        </p:spPr>
        <p:txBody>
          <a:bodyPr/>
          <a:lstStyle>
            <a:lvl1pPr marL="0" indent="0">
              <a:buNone/>
              <a:defRPr sz="501"/>
            </a:lvl1pPr>
            <a:lvl2pPr marL="143286" indent="0">
              <a:buNone/>
              <a:defRPr sz="439"/>
            </a:lvl2pPr>
            <a:lvl3pPr marL="286573" indent="0">
              <a:buNone/>
              <a:defRPr sz="376"/>
            </a:lvl3pPr>
            <a:lvl4pPr marL="429859" indent="0">
              <a:buNone/>
              <a:defRPr sz="313"/>
            </a:lvl4pPr>
            <a:lvl5pPr marL="573146" indent="0">
              <a:buNone/>
              <a:defRPr sz="313"/>
            </a:lvl5pPr>
            <a:lvl6pPr marL="716432" indent="0">
              <a:buNone/>
              <a:defRPr sz="313"/>
            </a:lvl6pPr>
            <a:lvl7pPr marL="859719" indent="0">
              <a:buNone/>
              <a:defRPr sz="313"/>
            </a:lvl7pPr>
            <a:lvl8pPr marL="1003005" indent="0">
              <a:buNone/>
              <a:defRPr sz="313"/>
            </a:lvl8pPr>
            <a:lvl9pPr marL="1146292" indent="0">
              <a:buNone/>
              <a:defRPr sz="3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64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57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641" y="114439"/>
            <a:ext cx="650721" cy="18215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77" y="114439"/>
            <a:ext cx="1914441" cy="18215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77" y="114440"/>
            <a:ext cx="2602885" cy="415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77" y="572198"/>
            <a:ext cx="2602885" cy="1363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76" y="1992245"/>
            <a:ext cx="679014" cy="1144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9DD7B-0A7F-7E4B-9645-A4D458B11C0D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659" y="1992245"/>
            <a:ext cx="1018520" cy="1144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348" y="1992245"/>
            <a:ext cx="679014" cy="1144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4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defTabSz="286573" rtl="0" eaLnBrk="1" latinLnBrk="0" hangingPunct="1">
        <a:lnSpc>
          <a:spcPct val="90000"/>
        </a:lnSpc>
        <a:spcBef>
          <a:spcPct val="0"/>
        </a:spcBef>
        <a:buNone/>
        <a:defRPr sz="13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643" indent="-71643" algn="l" defTabSz="286573" rtl="0" eaLnBrk="1" latinLnBrk="0" hangingPunct="1">
        <a:lnSpc>
          <a:spcPct val="90000"/>
        </a:lnSpc>
        <a:spcBef>
          <a:spcPts val="313"/>
        </a:spcBef>
        <a:buFont typeface="Arial" panose="020B0604020202020204" pitchFamily="34" charset="0"/>
        <a:buChar char="•"/>
        <a:defRPr sz="878" kern="1200">
          <a:solidFill>
            <a:schemeClr val="tx1"/>
          </a:solidFill>
          <a:latin typeface="+mn-lt"/>
          <a:ea typeface="+mn-ea"/>
          <a:cs typeface="+mn-cs"/>
        </a:defRPr>
      </a:lvl1pPr>
      <a:lvl2pPr marL="214930" indent="-71643" algn="l" defTabSz="286573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752" kern="1200">
          <a:solidFill>
            <a:schemeClr val="tx1"/>
          </a:solidFill>
          <a:latin typeface="+mn-lt"/>
          <a:ea typeface="+mn-ea"/>
          <a:cs typeface="+mn-cs"/>
        </a:defRPr>
      </a:lvl2pPr>
      <a:lvl3pPr marL="358216" indent="-71643" algn="l" defTabSz="286573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627" kern="1200">
          <a:solidFill>
            <a:schemeClr val="tx1"/>
          </a:solidFill>
          <a:latin typeface="+mn-lt"/>
          <a:ea typeface="+mn-ea"/>
          <a:cs typeface="+mn-cs"/>
        </a:defRPr>
      </a:lvl3pPr>
      <a:lvl4pPr marL="501503" indent="-71643" algn="l" defTabSz="286573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4" kern="1200">
          <a:solidFill>
            <a:schemeClr val="tx1"/>
          </a:solidFill>
          <a:latin typeface="+mn-lt"/>
          <a:ea typeface="+mn-ea"/>
          <a:cs typeface="+mn-cs"/>
        </a:defRPr>
      </a:lvl4pPr>
      <a:lvl5pPr marL="644789" indent="-71643" algn="l" defTabSz="286573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4" kern="1200">
          <a:solidFill>
            <a:schemeClr val="tx1"/>
          </a:solidFill>
          <a:latin typeface="+mn-lt"/>
          <a:ea typeface="+mn-ea"/>
          <a:cs typeface="+mn-cs"/>
        </a:defRPr>
      </a:lvl5pPr>
      <a:lvl6pPr marL="788076" indent="-71643" algn="l" defTabSz="286573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4" kern="1200">
          <a:solidFill>
            <a:schemeClr val="tx1"/>
          </a:solidFill>
          <a:latin typeface="+mn-lt"/>
          <a:ea typeface="+mn-ea"/>
          <a:cs typeface="+mn-cs"/>
        </a:defRPr>
      </a:lvl6pPr>
      <a:lvl7pPr marL="931362" indent="-71643" algn="l" defTabSz="286573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4" kern="1200">
          <a:solidFill>
            <a:schemeClr val="tx1"/>
          </a:solidFill>
          <a:latin typeface="+mn-lt"/>
          <a:ea typeface="+mn-ea"/>
          <a:cs typeface="+mn-cs"/>
        </a:defRPr>
      </a:lvl7pPr>
      <a:lvl8pPr marL="1074649" indent="-71643" algn="l" defTabSz="286573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4" kern="1200">
          <a:solidFill>
            <a:schemeClr val="tx1"/>
          </a:solidFill>
          <a:latin typeface="+mn-lt"/>
          <a:ea typeface="+mn-ea"/>
          <a:cs typeface="+mn-cs"/>
        </a:defRPr>
      </a:lvl8pPr>
      <a:lvl9pPr marL="1217935" indent="-71643" algn="l" defTabSz="286573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6573" rtl="0" eaLnBrk="1" latinLnBrk="0" hangingPunct="1">
        <a:defRPr sz="564" kern="1200">
          <a:solidFill>
            <a:schemeClr val="tx1"/>
          </a:solidFill>
          <a:latin typeface="+mn-lt"/>
          <a:ea typeface="+mn-ea"/>
          <a:cs typeface="+mn-cs"/>
        </a:defRPr>
      </a:lvl1pPr>
      <a:lvl2pPr marL="143286" algn="l" defTabSz="286573" rtl="0" eaLnBrk="1" latinLnBrk="0" hangingPunct="1">
        <a:defRPr sz="564" kern="1200">
          <a:solidFill>
            <a:schemeClr val="tx1"/>
          </a:solidFill>
          <a:latin typeface="+mn-lt"/>
          <a:ea typeface="+mn-ea"/>
          <a:cs typeface="+mn-cs"/>
        </a:defRPr>
      </a:lvl2pPr>
      <a:lvl3pPr marL="286573" algn="l" defTabSz="286573" rtl="0" eaLnBrk="1" latinLnBrk="0" hangingPunct="1">
        <a:defRPr sz="564" kern="1200">
          <a:solidFill>
            <a:schemeClr val="tx1"/>
          </a:solidFill>
          <a:latin typeface="+mn-lt"/>
          <a:ea typeface="+mn-ea"/>
          <a:cs typeface="+mn-cs"/>
        </a:defRPr>
      </a:lvl3pPr>
      <a:lvl4pPr marL="429859" algn="l" defTabSz="286573" rtl="0" eaLnBrk="1" latinLnBrk="0" hangingPunct="1">
        <a:defRPr sz="564" kern="1200">
          <a:solidFill>
            <a:schemeClr val="tx1"/>
          </a:solidFill>
          <a:latin typeface="+mn-lt"/>
          <a:ea typeface="+mn-ea"/>
          <a:cs typeface="+mn-cs"/>
        </a:defRPr>
      </a:lvl4pPr>
      <a:lvl5pPr marL="573146" algn="l" defTabSz="286573" rtl="0" eaLnBrk="1" latinLnBrk="0" hangingPunct="1">
        <a:defRPr sz="564" kern="1200">
          <a:solidFill>
            <a:schemeClr val="tx1"/>
          </a:solidFill>
          <a:latin typeface="+mn-lt"/>
          <a:ea typeface="+mn-ea"/>
          <a:cs typeface="+mn-cs"/>
        </a:defRPr>
      </a:lvl5pPr>
      <a:lvl6pPr marL="716432" algn="l" defTabSz="286573" rtl="0" eaLnBrk="1" latinLnBrk="0" hangingPunct="1">
        <a:defRPr sz="564" kern="1200">
          <a:solidFill>
            <a:schemeClr val="tx1"/>
          </a:solidFill>
          <a:latin typeface="+mn-lt"/>
          <a:ea typeface="+mn-ea"/>
          <a:cs typeface="+mn-cs"/>
        </a:defRPr>
      </a:lvl6pPr>
      <a:lvl7pPr marL="859719" algn="l" defTabSz="286573" rtl="0" eaLnBrk="1" latinLnBrk="0" hangingPunct="1">
        <a:defRPr sz="564" kern="1200">
          <a:solidFill>
            <a:schemeClr val="tx1"/>
          </a:solidFill>
          <a:latin typeface="+mn-lt"/>
          <a:ea typeface="+mn-ea"/>
          <a:cs typeface="+mn-cs"/>
        </a:defRPr>
      </a:lvl7pPr>
      <a:lvl8pPr marL="1003005" algn="l" defTabSz="286573" rtl="0" eaLnBrk="1" latinLnBrk="0" hangingPunct="1">
        <a:defRPr sz="564" kern="1200">
          <a:solidFill>
            <a:schemeClr val="tx1"/>
          </a:solidFill>
          <a:latin typeface="+mn-lt"/>
          <a:ea typeface="+mn-ea"/>
          <a:cs typeface="+mn-cs"/>
        </a:defRPr>
      </a:lvl8pPr>
      <a:lvl9pPr marL="1146292" algn="l" defTabSz="286573" rtl="0" eaLnBrk="1" latinLnBrk="0" hangingPunct="1">
        <a:defRPr sz="5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emf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9DD3-E5F7-DF68-C110-2D11F128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6732B-7EFE-D90F-4C7E-F7150F685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78" y="787501"/>
            <a:ext cx="3017838" cy="135675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AF20BBC-4E1B-9AD7-5E48-BD1F753F1AF7}"/>
              </a:ext>
            </a:extLst>
          </p:cNvPr>
          <p:cNvGrpSpPr/>
          <p:nvPr/>
        </p:nvGrpSpPr>
        <p:grpSpPr>
          <a:xfrm>
            <a:off x="983299" y="30166"/>
            <a:ext cx="926081" cy="150015"/>
            <a:chOff x="382585" y="28575"/>
            <a:chExt cx="926081" cy="150015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69624F4-032E-1C14-2326-D0D632DE17D6}"/>
                </a:ext>
              </a:extLst>
            </p:cNvPr>
            <p:cNvSpPr/>
            <p:nvPr/>
          </p:nvSpPr>
          <p:spPr>
            <a:xfrm>
              <a:off x="382585" y="36052"/>
              <a:ext cx="926081" cy="142538"/>
            </a:xfrm>
            <a:prstGeom prst="roundRect">
              <a:avLst>
                <a:gd name="adj" fmla="val 7344"/>
              </a:avLst>
            </a:prstGeom>
            <a:solidFill>
              <a:schemeClr val="bg2">
                <a:lumMod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18288" bIns="0" rtlCol="0" anchor="ctr"/>
            <a:lstStyle/>
            <a:p>
              <a:r>
                <a:rPr lang="en-US" sz="900">
                  <a:solidFill>
                    <a:schemeClr val="tx1"/>
                  </a:solidFill>
                </a:rPr>
                <a:t>ColPackAgent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pic>
          <p:nvPicPr>
            <p:cNvPr id="8" name="Picture 7" descr="Shape&#10;&#10;AI-generated content may be incorrect.">
              <a:extLst>
                <a:ext uri="{FF2B5EF4-FFF2-40B4-BE49-F238E27FC236}">
                  <a16:creationId xmlns:a16="http://schemas.microsoft.com/office/drawing/2014/main" id="{F2EF1A27-DAD4-B0ED-68F5-2970E527E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31" y="28575"/>
              <a:ext cx="144436" cy="144436"/>
            </a:xfrm>
            <a:prstGeom prst="rect">
              <a:avLst/>
            </a:prstGeom>
          </p:spPr>
        </p:pic>
      </p:grpSp>
      <p:pic>
        <p:nvPicPr>
          <p:cNvPr id="23" name="Graphic 22" descr="Document outline">
            <a:extLst>
              <a:ext uri="{FF2B5EF4-FFF2-40B4-BE49-F238E27FC236}">
                <a16:creationId xmlns:a16="http://schemas.microsoft.com/office/drawing/2014/main" id="{B5FFF94B-E1DC-264C-5F77-5B74FD77D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153" y="21122"/>
            <a:ext cx="262220" cy="262220"/>
          </a:xfrm>
          <a:prstGeom prst="rect">
            <a:avLst/>
          </a:prstGeom>
        </p:spPr>
      </p:pic>
      <p:pic>
        <p:nvPicPr>
          <p:cNvPr id="24" name="Graphic 23" descr="Open folder outline">
            <a:extLst>
              <a:ext uri="{FF2B5EF4-FFF2-40B4-BE49-F238E27FC236}">
                <a16:creationId xmlns:a16="http://schemas.microsoft.com/office/drawing/2014/main" id="{FAF9A4B7-E43B-379B-4304-8F225DBD47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2056" y="-8838"/>
            <a:ext cx="322140" cy="32214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433D563-D973-D9A5-59D2-7EEAC8662A06}"/>
              </a:ext>
            </a:extLst>
          </p:cNvPr>
          <p:cNvSpPr txBox="1"/>
          <p:nvPr/>
        </p:nvSpPr>
        <p:spPr>
          <a:xfrm>
            <a:off x="38852" y="282281"/>
            <a:ext cx="634020" cy="123111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 err="1"/>
              <a:t>program.md</a:t>
            </a:r>
            <a:endParaRPr lang="en-US" sz="900" dirty="0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315B8113-7B3C-4D03-C91D-2729B0B95EDB}"/>
              </a:ext>
            </a:extLst>
          </p:cNvPr>
          <p:cNvSpPr/>
          <p:nvPr/>
        </p:nvSpPr>
        <p:spPr>
          <a:xfrm>
            <a:off x="634878" y="40295"/>
            <a:ext cx="157379" cy="146250"/>
          </a:xfrm>
          <a:prstGeom prst="rightArrow">
            <a:avLst/>
          </a:prstGeom>
          <a:gradFill flip="none" rotWithShape="1">
            <a:gsLst>
              <a:gs pos="98000">
                <a:schemeClr val="tx1"/>
              </a:gs>
              <a:gs pos="0">
                <a:schemeClr val="accent1">
                  <a:lumMod val="5000"/>
                  <a:lumOff val="95000"/>
                </a:schemeClr>
              </a:gs>
              <a:gs pos="49000">
                <a:schemeClr val="bg1">
                  <a:lumMod val="85000"/>
                </a:schemeClr>
              </a:gs>
              <a:gs pos="78000">
                <a:schemeClr val="bg1">
                  <a:lumMod val="75000"/>
                </a:schemeClr>
              </a:gs>
              <a:gs pos="92000">
                <a:schemeClr val="tx1">
                  <a:lumMod val="65000"/>
                  <a:lumOff val="35000"/>
                </a:schemeClr>
              </a:gs>
            </a:gsLst>
            <a:lin ang="0" scaled="1"/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CE9D86DB-8B10-A9CA-4427-9E37EE728D29}"/>
              </a:ext>
            </a:extLst>
          </p:cNvPr>
          <p:cNvSpPr/>
          <p:nvPr/>
        </p:nvSpPr>
        <p:spPr>
          <a:xfrm>
            <a:off x="2118495" y="28351"/>
            <a:ext cx="157379" cy="146250"/>
          </a:xfrm>
          <a:prstGeom prst="rightArrow">
            <a:avLst/>
          </a:prstGeom>
          <a:gradFill flip="none" rotWithShape="1">
            <a:gsLst>
              <a:gs pos="98000">
                <a:schemeClr val="tx1"/>
              </a:gs>
              <a:gs pos="0">
                <a:schemeClr val="accent1">
                  <a:lumMod val="5000"/>
                  <a:lumOff val="95000"/>
                </a:schemeClr>
              </a:gs>
              <a:gs pos="49000">
                <a:schemeClr val="bg1">
                  <a:lumMod val="85000"/>
                </a:schemeClr>
              </a:gs>
              <a:gs pos="78000">
                <a:schemeClr val="bg1">
                  <a:lumMod val="75000"/>
                </a:schemeClr>
              </a:gs>
              <a:gs pos="92000">
                <a:schemeClr val="tx1">
                  <a:lumMod val="65000"/>
                  <a:lumOff val="35000"/>
                </a:schemeClr>
              </a:gs>
            </a:gsLst>
            <a:lin ang="0" scaled="1"/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6527EC5-0DF6-14A2-7C7E-9F4FF7B7E57D}"/>
              </a:ext>
            </a:extLst>
          </p:cNvPr>
          <p:cNvGrpSpPr/>
          <p:nvPr/>
        </p:nvGrpSpPr>
        <p:grpSpPr>
          <a:xfrm>
            <a:off x="805737" y="255119"/>
            <a:ext cx="1169332" cy="494335"/>
            <a:chOff x="899370" y="238648"/>
            <a:chExt cx="1169332" cy="49433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F006D1-4E88-51A2-E323-130EB5B13820}"/>
                </a:ext>
              </a:extLst>
            </p:cNvPr>
            <p:cNvSpPr txBox="1"/>
            <p:nvPr/>
          </p:nvSpPr>
          <p:spPr>
            <a:xfrm>
              <a:off x="1381717" y="238648"/>
              <a:ext cx="300596" cy="123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900" dirty="0"/>
                <a:t>setup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73BC936-4C7D-2784-5FF4-CDF80EF5DBB8}"/>
                </a:ext>
              </a:extLst>
            </p:cNvPr>
            <p:cNvSpPr txBox="1"/>
            <p:nvPr/>
          </p:nvSpPr>
          <p:spPr>
            <a:xfrm>
              <a:off x="1830623" y="427293"/>
              <a:ext cx="238079" cy="123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900" dirty="0"/>
                <a:t>plan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4A092BA-CEA6-5403-5B5F-16B66B3235DE}"/>
                </a:ext>
              </a:extLst>
            </p:cNvPr>
            <p:cNvSpPr txBox="1"/>
            <p:nvPr/>
          </p:nvSpPr>
          <p:spPr>
            <a:xfrm>
              <a:off x="1347705" y="609872"/>
              <a:ext cx="414409" cy="123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900" dirty="0"/>
                <a:t>execute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2EE2963-6112-D717-6502-2CCDA935E693}"/>
                </a:ext>
              </a:extLst>
            </p:cNvPr>
            <p:cNvSpPr txBox="1"/>
            <p:nvPr/>
          </p:nvSpPr>
          <p:spPr>
            <a:xfrm>
              <a:off x="899370" y="422768"/>
              <a:ext cx="414408" cy="123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900" dirty="0"/>
                <a:t>analyze</a:t>
              </a:r>
            </a:p>
          </p:txBody>
        </p:sp>
        <p:cxnSp>
          <p:nvCxnSpPr>
            <p:cNvPr id="57" name="Curved Connector 56">
              <a:extLst>
                <a:ext uri="{FF2B5EF4-FFF2-40B4-BE49-F238E27FC236}">
                  <a16:creationId xmlns:a16="http://schemas.microsoft.com/office/drawing/2014/main" id="{C0234A64-FC75-3565-7414-5088E1FB97D5}"/>
                </a:ext>
              </a:extLst>
            </p:cNvPr>
            <p:cNvCxnSpPr>
              <a:cxnSpLocks/>
              <a:stCxn id="13" idx="3"/>
              <a:endCxn id="54" idx="0"/>
            </p:cNvCxnSpPr>
            <p:nvPr/>
          </p:nvCxnSpPr>
          <p:spPr>
            <a:xfrm>
              <a:off x="1682313" y="300204"/>
              <a:ext cx="267350" cy="127089"/>
            </a:xfrm>
            <a:prstGeom prst="curvedConnector2">
              <a:avLst/>
            </a:prstGeom>
            <a:ln w="63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urved Connector 60">
              <a:extLst>
                <a:ext uri="{FF2B5EF4-FFF2-40B4-BE49-F238E27FC236}">
                  <a16:creationId xmlns:a16="http://schemas.microsoft.com/office/drawing/2014/main" id="{2D044A61-666E-2AFB-EF07-EAF4FCF13378}"/>
                </a:ext>
              </a:extLst>
            </p:cNvPr>
            <p:cNvCxnSpPr>
              <a:cxnSpLocks/>
              <a:stCxn id="54" idx="2"/>
              <a:endCxn id="55" idx="3"/>
            </p:cNvCxnSpPr>
            <p:nvPr/>
          </p:nvCxnSpPr>
          <p:spPr>
            <a:xfrm rot="5400000">
              <a:off x="1795377" y="517142"/>
              <a:ext cx="121024" cy="187549"/>
            </a:xfrm>
            <a:prstGeom prst="curvedConnector2">
              <a:avLst/>
            </a:prstGeom>
            <a:ln w="63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urved Connector 63">
              <a:extLst>
                <a:ext uri="{FF2B5EF4-FFF2-40B4-BE49-F238E27FC236}">
                  <a16:creationId xmlns:a16="http://schemas.microsoft.com/office/drawing/2014/main" id="{C5BD7A7D-FED9-4777-3684-CC860E1577ED}"/>
                </a:ext>
              </a:extLst>
            </p:cNvPr>
            <p:cNvCxnSpPr>
              <a:cxnSpLocks/>
              <a:stCxn id="55" idx="1"/>
              <a:endCxn id="56" idx="2"/>
            </p:cNvCxnSpPr>
            <p:nvPr/>
          </p:nvCxnSpPr>
          <p:spPr>
            <a:xfrm rot="10800000">
              <a:off x="1106575" y="545880"/>
              <a:ext cx="241131" cy="125549"/>
            </a:xfrm>
            <a:prstGeom prst="curvedConnector2">
              <a:avLst/>
            </a:prstGeom>
            <a:ln w="63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urved Connector 66">
              <a:extLst>
                <a:ext uri="{FF2B5EF4-FFF2-40B4-BE49-F238E27FC236}">
                  <a16:creationId xmlns:a16="http://schemas.microsoft.com/office/drawing/2014/main" id="{6823BE2B-E3E6-0E0B-6212-BD2C7D91E517}"/>
                </a:ext>
              </a:extLst>
            </p:cNvPr>
            <p:cNvCxnSpPr>
              <a:cxnSpLocks/>
              <a:stCxn id="56" idx="0"/>
              <a:endCxn id="13" idx="1"/>
            </p:cNvCxnSpPr>
            <p:nvPr/>
          </p:nvCxnSpPr>
          <p:spPr>
            <a:xfrm rot="5400000" flipH="1" flipV="1">
              <a:off x="1182863" y="223915"/>
              <a:ext cx="122564" cy="275143"/>
            </a:xfrm>
            <a:prstGeom prst="curvedConnector2">
              <a:avLst/>
            </a:prstGeom>
            <a:ln w="63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810E7294-ED21-254F-524B-9B45EB095861}"/>
              </a:ext>
            </a:extLst>
          </p:cNvPr>
          <p:cNvSpPr txBox="1"/>
          <p:nvPr/>
        </p:nvSpPr>
        <p:spPr>
          <a:xfrm>
            <a:off x="1968740" y="186548"/>
            <a:ext cx="505779" cy="123111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aggregate</a:t>
            </a:r>
          </a:p>
        </p:txBody>
      </p:sp>
      <p:pic>
        <p:nvPicPr>
          <p:cNvPr id="73" name="Graphic 72" descr="Document outline">
            <a:extLst>
              <a:ext uri="{FF2B5EF4-FFF2-40B4-BE49-F238E27FC236}">
                <a16:creationId xmlns:a16="http://schemas.microsoft.com/office/drawing/2014/main" id="{043B9C0E-F080-191B-2079-0F52F8570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1885" y="353415"/>
            <a:ext cx="203784" cy="203784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4A1790BC-228F-84F4-67A8-4705461505AB}"/>
              </a:ext>
            </a:extLst>
          </p:cNvPr>
          <p:cNvSpPr txBox="1"/>
          <p:nvPr/>
        </p:nvSpPr>
        <p:spPr>
          <a:xfrm>
            <a:off x="2579543" y="235062"/>
            <a:ext cx="404791" cy="123111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outputs</a:t>
            </a:r>
          </a:p>
        </p:txBody>
      </p: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4269A0C1-86C7-9545-8A96-2C1D4AA39AA5}"/>
              </a:ext>
            </a:extLst>
          </p:cNvPr>
          <p:cNvCxnSpPr>
            <a:cxnSpLocks/>
            <a:endCxn id="119" idx="1"/>
          </p:cNvCxnSpPr>
          <p:nvPr/>
        </p:nvCxnSpPr>
        <p:spPr>
          <a:xfrm rot="16200000" flipH="1">
            <a:off x="2377555" y="263494"/>
            <a:ext cx="327570" cy="103118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DBF2A3FC-62F7-96E5-FABB-5923320932C0}"/>
              </a:ext>
            </a:extLst>
          </p:cNvPr>
          <p:cNvCxnSpPr>
            <a:cxnSpLocks/>
            <a:endCxn id="122" idx="1"/>
          </p:cNvCxnSpPr>
          <p:nvPr/>
        </p:nvCxnSpPr>
        <p:spPr>
          <a:xfrm rot="16200000" flipH="1">
            <a:off x="2451594" y="460364"/>
            <a:ext cx="233158" cy="15678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Graphic 112" descr="Images outline">
            <a:extLst>
              <a:ext uri="{FF2B5EF4-FFF2-40B4-BE49-F238E27FC236}">
                <a16:creationId xmlns:a16="http://schemas.microsoft.com/office/drawing/2014/main" id="{EBBF7489-9F26-FEDF-BD02-1A251F581D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04776" y="535499"/>
            <a:ext cx="203784" cy="203784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A7616EF9-C98B-C3AA-8FD7-B9EFB009DA1B}"/>
              </a:ext>
            </a:extLst>
          </p:cNvPr>
          <p:cNvSpPr txBox="1"/>
          <p:nvPr/>
        </p:nvSpPr>
        <p:spPr>
          <a:xfrm>
            <a:off x="2592903" y="428920"/>
            <a:ext cx="255711" cy="99836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report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9AF30FC-572C-C2FD-D7EA-2089FC366499}"/>
              </a:ext>
            </a:extLst>
          </p:cNvPr>
          <p:cNvSpPr txBox="1"/>
          <p:nvPr/>
        </p:nvSpPr>
        <p:spPr>
          <a:xfrm>
            <a:off x="2646565" y="605417"/>
            <a:ext cx="170752" cy="99836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plot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7F7E9E3-B090-9FBD-2791-C39A7F0E4F6F}"/>
              </a:ext>
            </a:extLst>
          </p:cNvPr>
          <p:cNvSpPr/>
          <p:nvPr/>
        </p:nvSpPr>
        <p:spPr>
          <a:xfrm>
            <a:off x="9278" y="21123"/>
            <a:ext cx="2999284" cy="754505"/>
          </a:xfrm>
          <a:prstGeom prst="roundRect">
            <a:avLst>
              <a:gd name="adj" fmla="val 3868"/>
            </a:avLst>
          </a:prstGeom>
          <a:noFill/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56E212-50BD-4462-1E33-17C539B55A17}"/>
              </a:ext>
            </a:extLst>
          </p:cNvPr>
          <p:cNvSpPr txBox="1"/>
          <p:nvPr/>
        </p:nvSpPr>
        <p:spPr>
          <a:xfrm>
            <a:off x="-30961" y="551134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2B3782-3F46-6631-F585-8EF871C92AD3}"/>
              </a:ext>
            </a:extLst>
          </p:cNvPr>
          <p:cNvSpPr txBox="1"/>
          <p:nvPr/>
        </p:nvSpPr>
        <p:spPr>
          <a:xfrm>
            <a:off x="38852" y="1824309"/>
            <a:ext cx="3193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(b)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76A3E1-EECF-8F1D-C4B3-B8680209966C}"/>
              </a:ext>
            </a:extLst>
          </p:cNvPr>
          <p:cNvSpPr txBox="1"/>
          <p:nvPr/>
        </p:nvSpPr>
        <p:spPr>
          <a:xfrm>
            <a:off x="1578934" y="1832800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(c)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3EBAFAA-306C-B36E-4598-9CD5EA968973}"/>
              </a:ext>
            </a:extLst>
          </p:cNvPr>
          <p:cNvCxnSpPr>
            <a:cxnSpLocks/>
          </p:cNvCxnSpPr>
          <p:nvPr/>
        </p:nvCxnSpPr>
        <p:spPr>
          <a:xfrm>
            <a:off x="2008558" y="1540483"/>
            <a:ext cx="0" cy="195822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34763F-54FA-B0E6-8A9F-E8487798249B}"/>
              </a:ext>
            </a:extLst>
          </p:cNvPr>
          <p:cNvCxnSpPr>
            <a:cxnSpLocks/>
          </p:cNvCxnSpPr>
          <p:nvPr/>
        </p:nvCxnSpPr>
        <p:spPr>
          <a:xfrm flipH="1" flipV="1">
            <a:off x="2238355" y="1307588"/>
            <a:ext cx="121919" cy="83677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FC3C4B9-B516-52E3-30D8-5CA4F117B0EE}"/>
              </a:ext>
            </a:extLst>
          </p:cNvPr>
          <p:cNvCxnSpPr>
            <a:cxnSpLocks/>
          </p:cNvCxnSpPr>
          <p:nvPr/>
        </p:nvCxnSpPr>
        <p:spPr>
          <a:xfrm flipV="1">
            <a:off x="2817317" y="913718"/>
            <a:ext cx="112296" cy="150044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FC937A9-A263-F4FA-9042-C4B9470DAA2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053" t="4473" r="4775" b="5224"/>
          <a:stretch>
            <a:fillRect/>
          </a:stretch>
        </p:blipFill>
        <p:spPr>
          <a:xfrm>
            <a:off x="1833430" y="1204450"/>
            <a:ext cx="313993" cy="3109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588B4-2EC9-3DE0-AC2C-52A3FD3D9C3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367" t="3993" r="5167" b="4389"/>
          <a:stretch>
            <a:fillRect/>
          </a:stretch>
        </p:blipFill>
        <p:spPr>
          <a:xfrm>
            <a:off x="2221629" y="1403137"/>
            <a:ext cx="357914" cy="36246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DE56E75-D54C-810B-CC3E-2B306675875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758" t="3993" r="5495" b="4389"/>
          <a:stretch>
            <a:fillRect/>
          </a:stretch>
        </p:blipFill>
        <p:spPr>
          <a:xfrm>
            <a:off x="2579543" y="1075635"/>
            <a:ext cx="359025" cy="3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5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8774</TotalTime>
  <Words>22</Words>
  <Application>Microsoft Macintosh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Ding, Lijie</dc:creator>
  <cp:lastModifiedBy>Ding, Lijie</cp:lastModifiedBy>
  <cp:revision>971</cp:revision>
  <dcterms:created xsi:type="dcterms:W3CDTF">2025-06-28T21:43:08Z</dcterms:created>
  <dcterms:modified xsi:type="dcterms:W3CDTF">2026-07-01T04:43:11Z</dcterms:modified>
</cp:coreProperties>
</file>