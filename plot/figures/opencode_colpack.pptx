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6" r:id="rId1"/>
  </p:sldMasterIdLst>
  <p:notesMasterIdLst>
    <p:notesMasterId r:id="rId3"/>
  </p:notesMasterIdLst>
  <p:sldIdLst>
    <p:sldId id="258" r:id="rId2"/>
  </p:sldIdLst>
  <p:sldSz cx="3017838" cy="2468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/>
    <p:restoredTop sz="94674"/>
  </p:normalViewPr>
  <p:slideViewPr>
    <p:cSldViewPr snapToGrid="0">
      <p:cViewPr varScale="1">
        <p:scale>
          <a:sx n="400" d="100"/>
          <a:sy n="400" d="100"/>
        </p:scale>
        <p:origin x="2752" y="1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832B-B52D-0744-ABFF-02B7CCDE260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43050" y="1143000"/>
            <a:ext cx="3771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C068-E901-BA4A-BC63-D05E1DD6E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77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69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34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9BF5-564D-4F86-6631-15E1A52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0926-3049-E577-0DD3-C12CA22B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543050" y="1143000"/>
            <a:ext cx="37719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053B-DDD1-B9BB-0D25-7DD182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346B-C31B-2C4E-EE98-D6B7B0F3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38" y="403999"/>
            <a:ext cx="2565162" cy="859426"/>
          </a:xfrm>
        </p:spPr>
        <p:txBody>
          <a:bodyPr anchor="b"/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230" y="1296567"/>
            <a:ext cx="2263379" cy="595998"/>
          </a:xfrm>
        </p:spPr>
        <p:txBody>
          <a:bodyPr/>
          <a:lstStyle>
            <a:lvl1pPr marL="0" indent="0" algn="ctr">
              <a:buNone/>
              <a:defRPr sz="792"/>
            </a:lvl1pPr>
            <a:lvl2pPr marL="150876" indent="0" algn="ctr">
              <a:buNone/>
              <a:defRPr sz="660"/>
            </a:lvl2pPr>
            <a:lvl3pPr marL="301752" indent="0" algn="ctr">
              <a:buNone/>
              <a:defRPr sz="594"/>
            </a:lvl3pPr>
            <a:lvl4pPr marL="452628" indent="0" algn="ctr">
              <a:buNone/>
              <a:defRPr sz="528"/>
            </a:lvl4pPr>
            <a:lvl5pPr marL="603504" indent="0" algn="ctr">
              <a:buNone/>
              <a:defRPr sz="528"/>
            </a:lvl5pPr>
            <a:lvl6pPr marL="754380" indent="0" algn="ctr">
              <a:buNone/>
              <a:defRPr sz="528"/>
            </a:lvl6pPr>
            <a:lvl7pPr marL="905256" indent="0" algn="ctr">
              <a:buNone/>
              <a:defRPr sz="528"/>
            </a:lvl7pPr>
            <a:lvl8pPr marL="1056132" indent="0" algn="ctr">
              <a:buNone/>
              <a:defRPr sz="528"/>
            </a:lvl8pPr>
            <a:lvl9pPr marL="1207008" indent="0" algn="ctr">
              <a:buNone/>
              <a:defRPr sz="5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50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9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5" y="615427"/>
            <a:ext cx="2602885" cy="1026853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905" y="1651995"/>
            <a:ext cx="2602885" cy="539998"/>
          </a:xfrm>
        </p:spPr>
        <p:txBody>
          <a:bodyPr/>
          <a:lstStyle>
            <a:lvl1pPr marL="0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1pPr>
            <a:lvl2pPr marL="150876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2pPr>
            <a:lvl3pPr marL="301752" indent="0">
              <a:buNone/>
              <a:defRPr sz="594">
                <a:solidFill>
                  <a:schemeClr val="tx1">
                    <a:tint val="82000"/>
                  </a:schemeClr>
                </a:solidFill>
              </a:defRPr>
            </a:lvl3pPr>
            <a:lvl4pPr marL="45262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4pPr>
            <a:lvl5pPr marL="603504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5pPr>
            <a:lvl6pPr marL="754380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6pPr>
            <a:lvl7pPr marL="905256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7pPr>
            <a:lvl8pPr marL="1056132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8pPr>
            <a:lvl9pPr marL="120700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1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6" y="657140"/>
            <a:ext cx="1282581" cy="156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781" y="657140"/>
            <a:ext cx="1282581" cy="156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8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31429"/>
            <a:ext cx="2602885" cy="4771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70" y="605141"/>
            <a:ext cx="1276687" cy="296570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70" y="901711"/>
            <a:ext cx="1276687" cy="132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781" y="605141"/>
            <a:ext cx="1282974" cy="296570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781" y="901711"/>
            <a:ext cx="1282974" cy="132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5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43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9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64571"/>
            <a:ext cx="973331" cy="575998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74" y="355428"/>
            <a:ext cx="1527780" cy="1754280"/>
          </a:xfrm>
        </p:spPr>
        <p:txBody>
          <a:bodyPr/>
          <a:lstStyle>
            <a:lvl1pPr>
              <a:defRPr sz="1056"/>
            </a:lvl1pPr>
            <a:lvl2pPr>
              <a:defRPr sz="924"/>
            </a:lvl2pPr>
            <a:lvl3pPr>
              <a:defRPr sz="792"/>
            </a:lvl3pPr>
            <a:lvl4pPr>
              <a:defRPr sz="660"/>
            </a:lvl4pPr>
            <a:lvl5pPr>
              <a:defRPr sz="660"/>
            </a:lvl5pPr>
            <a:lvl6pPr>
              <a:defRPr sz="660"/>
            </a:lvl6pPr>
            <a:lvl7pPr>
              <a:defRPr sz="660"/>
            </a:lvl7pPr>
            <a:lvl8pPr>
              <a:defRPr sz="660"/>
            </a:lvl8pPr>
            <a:lvl9pPr>
              <a:defRPr sz="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740569"/>
            <a:ext cx="973331" cy="1371995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3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64571"/>
            <a:ext cx="973331" cy="575998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974" y="355428"/>
            <a:ext cx="1527780" cy="1754280"/>
          </a:xfrm>
        </p:spPr>
        <p:txBody>
          <a:bodyPr anchor="t"/>
          <a:lstStyle>
            <a:lvl1pPr marL="0" indent="0">
              <a:buNone/>
              <a:defRPr sz="1056"/>
            </a:lvl1pPr>
            <a:lvl2pPr marL="150876" indent="0">
              <a:buNone/>
              <a:defRPr sz="924"/>
            </a:lvl2pPr>
            <a:lvl3pPr marL="301752" indent="0">
              <a:buNone/>
              <a:defRPr sz="792"/>
            </a:lvl3pPr>
            <a:lvl4pPr marL="452628" indent="0">
              <a:buNone/>
              <a:defRPr sz="660"/>
            </a:lvl4pPr>
            <a:lvl5pPr marL="603504" indent="0">
              <a:buNone/>
              <a:defRPr sz="660"/>
            </a:lvl5pPr>
            <a:lvl6pPr marL="754380" indent="0">
              <a:buNone/>
              <a:defRPr sz="660"/>
            </a:lvl6pPr>
            <a:lvl7pPr marL="905256" indent="0">
              <a:buNone/>
              <a:defRPr sz="660"/>
            </a:lvl7pPr>
            <a:lvl8pPr marL="1056132" indent="0">
              <a:buNone/>
              <a:defRPr sz="660"/>
            </a:lvl8pPr>
            <a:lvl9pPr marL="1207008" indent="0">
              <a:buNone/>
              <a:defRPr sz="6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740569"/>
            <a:ext cx="973331" cy="1371995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88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7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641" y="131428"/>
            <a:ext cx="650721" cy="20919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77" y="131428"/>
            <a:ext cx="1914441" cy="20919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1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77" y="131429"/>
            <a:ext cx="2602885" cy="477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77" y="657140"/>
            <a:ext cx="2602885" cy="1566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76" y="2287993"/>
            <a:ext cx="679014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659" y="2287993"/>
            <a:ext cx="1018520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348" y="2287993"/>
            <a:ext cx="679014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71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defTabSz="301752" rtl="0" eaLnBrk="1" latinLnBrk="0" hangingPunct="1">
        <a:lnSpc>
          <a:spcPct val="90000"/>
        </a:lnSpc>
        <a:spcBef>
          <a:spcPct val="0"/>
        </a:spcBef>
        <a:buNone/>
        <a:defRPr sz="14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438" indent="-75438" algn="l" defTabSz="301752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924" kern="1200">
          <a:solidFill>
            <a:schemeClr val="tx1"/>
          </a:solidFill>
          <a:latin typeface="+mn-lt"/>
          <a:ea typeface="+mn-ea"/>
          <a:cs typeface="+mn-cs"/>
        </a:defRPr>
      </a:lvl1pPr>
      <a:lvl2pPr marL="22631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2pPr>
      <a:lvl3pPr marL="37719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3pPr>
      <a:lvl4pPr marL="52806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78942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829818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8069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13157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8244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1pPr>
      <a:lvl2pPr marL="15087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2pPr>
      <a:lvl3pPr marL="30175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3pPr>
      <a:lvl4pPr marL="45262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03504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0525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05613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0700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DD3-E5F7-DF68-C110-2D11F128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C28174E-AE29-CD73-822D-FFDEDC33B489}"/>
              </a:ext>
            </a:extLst>
          </p:cNvPr>
          <p:cNvSpPr txBox="1"/>
          <p:nvPr/>
        </p:nvSpPr>
        <p:spPr>
          <a:xfrm>
            <a:off x="2044325" y="652949"/>
            <a:ext cx="624402" cy="1569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900" dirty="0"/>
              <a:t>native agent</a:t>
            </a:r>
          </a:p>
        </p:txBody>
      </p:sp>
      <p:pic>
        <p:nvPicPr>
          <p:cNvPr id="3" name="Picture 2" descr="Graphical user interface, text&#10;&#10;AI-generated content may be incorrect.">
            <a:extLst>
              <a:ext uri="{FF2B5EF4-FFF2-40B4-BE49-F238E27FC236}">
                <a16:creationId xmlns:a16="http://schemas.microsoft.com/office/drawing/2014/main" id="{74ECBDD0-9DD3-1EFE-BBE1-CFBE89D5B0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99" b="13112"/>
          <a:stretch>
            <a:fillRect/>
          </a:stretch>
        </p:blipFill>
        <p:spPr>
          <a:xfrm>
            <a:off x="365920" y="13316"/>
            <a:ext cx="2286000" cy="62244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0DFE6F08-3233-8387-4D0E-534006B7080C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203200" y="324538"/>
            <a:ext cx="162720" cy="498259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846CD066-1C7B-62AC-4997-EAE23636471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651920" y="324539"/>
            <a:ext cx="137954" cy="506104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63026F-A15D-1216-6A2D-5E161E5ECD4E}"/>
              </a:ext>
            </a:extLst>
          </p:cNvPr>
          <p:cNvSpPr txBox="1"/>
          <p:nvPr/>
        </p:nvSpPr>
        <p:spPr>
          <a:xfrm>
            <a:off x="278086" y="665832"/>
            <a:ext cx="1132554" cy="1569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900" dirty="0"/>
              <a:t>w/ </a:t>
            </a:r>
            <a:r>
              <a:rPr lang="en-US" sz="900" dirty="0" err="1"/>
              <a:t>colpackMCP</a:t>
            </a:r>
            <a:r>
              <a:rPr lang="en-US" sz="900" dirty="0"/>
              <a:t> &amp; Skill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ACEB87F-6DA0-FB7D-11C1-2C7D6E988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3" y="830644"/>
            <a:ext cx="1463040" cy="1624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DEA6875-FCF5-F199-9D56-72E78E502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067" y="830643"/>
            <a:ext cx="1463040" cy="162460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87F300D4-E292-B145-ED4B-E125D155E25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24606" y="830643"/>
            <a:ext cx="664444" cy="371888"/>
          </a:xfrm>
          <a:prstGeom prst="bentConnector3">
            <a:avLst>
              <a:gd name="adj1" fmla="val 782"/>
            </a:avLst>
          </a:prstGeom>
          <a:ln w="12700">
            <a:solidFill>
              <a:srgbClr val="0070C0">
                <a:alpha val="58000"/>
              </a:srgb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BD736BE-7FF0-591D-2EB0-014F2C3F0ECB}"/>
              </a:ext>
            </a:extLst>
          </p:cNvPr>
          <p:cNvSpPr txBox="1"/>
          <p:nvPr/>
        </p:nvSpPr>
        <p:spPr>
          <a:xfrm>
            <a:off x="-88146" y="635762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(a)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D564B7-DF7B-E2CB-221B-6EE20F63D8C2}"/>
              </a:ext>
            </a:extLst>
          </p:cNvPr>
          <p:cNvSpPr txBox="1"/>
          <p:nvPr/>
        </p:nvSpPr>
        <p:spPr>
          <a:xfrm>
            <a:off x="2773510" y="628899"/>
            <a:ext cx="3193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1518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4591</TotalTime>
  <Words>14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Lijie</dc:creator>
  <cp:lastModifiedBy>Ding, Lijie</cp:lastModifiedBy>
  <cp:revision>776</cp:revision>
  <cp:lastPrinted>2026-04-13T15:53:00Z</cp:lastPrinted>
  <dcterms:created xsi:type="dcterms:W3CDTF">2025-06-28T21:43:08Z</dcterms:created>
  <dcterms:modified xsi:type="dcterms:W3CDTF">2026-04-13T17:25:24Z</dcterms:modified>
</cp:coreProperties>
</file>