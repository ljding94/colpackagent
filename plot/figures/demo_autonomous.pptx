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8" r:id="rId1"/>
  </p:sldMasterIdLst>
  <p:notesMasterIdLst>
    <p:notesMasterId r:id="rId3"/>
  </p:notesMasterIdLst>
  <p:sldIdLst>
    <p:sldId id="258" r:id="rId2"/>
  </p:sldIdLst>
  <p:sldSz cx="3017838" cy="4846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8"/>
    <p:restoredTop sz="94714"/>
  </p:normalViewPr>
  <p:slideViewPr>
    <p:cSldViewPr snapToGrid="0">
      <p:cViewPr varScale="1">
        <p:scale>
          <a:sx n="214" d="100"/>
          <a:sy n="214" d="100"/>
        </p:scale>
        <p:origin x="42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9832B-B52D-0744-ABFF-02B7CCDE2603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8563" y="1143000"/>
            <a:ext cx="1920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C068-E901-BA4A-BC63-D05E1DD6E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8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2pPr>
    <a:lvl3pPr marL="914277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4pPr>
    <a:lvl5pPr marL="182855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5pPr>
    <a:lvl6pPr marL="228569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6pPr>
    <a:lvl7pPr marL="2742834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7pPr>
    <a:lvl8pPr marL="3199972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8pPr>
    <a:lvl9pPr marL="3657111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99BF5-564D-4F86-6631-15E1A522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B0926-3049-E577-0DD3-C12CA22B2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8563" y="1143000"/>
            <a:ext cx="1920875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5053B-DDD1-B9BB-0D25-7DD1821E8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5346B-C31B-2C4E-EE98-D6B7B0F33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3C068-E901-BA4A-BC63-D05E1DD6E8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5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338" y="793189"/>
            <a:ext cx="2565162" cy="1687348"/>
          </a:xfrm>
        </p:spPr>
        <p:txBody>
          <a:bodyPr anchor="b"/>
          <a:lstStyle>
            <a:lvl1pPr algn="ctr">
              <a:defRPr sz="1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230" y="2545607"/>
            <a:ext cx="2263379" cy="1170149"/>
          </a:xfrm>
        </p:spPr>
        <p:txBody>
          <a:bodyPr/>
          <a:lstStyle>
            <a:lvl1pPr marL="0" indent="0" algn="ctr">
              <a:buNone/>
              <a:defRPr sz="792"/>
            </a:lvl1pPr>
            <a:lvl2pPr marL="150876" indent="0" algn="ctr">
              <a:buNone/>
              <a:defRPr sz="660"/>
            </a:lvl2pPr>
            <a:lvl3pPr marL="301752" indent="0" algn="ctr">
              <a:buNone/>
              <a:defRPr sz="594"/>
            </a:lvl3pPr>
            <a:lvl4pPr marL="452628" indent="0" algn="ctr">
              <a:buNone/>
              <a:defRPr sz="528"/>
            </a:lvl4pPr>
            <a:lvl5pPr marL="603504" indent="0" algn="ctr">
              <a:buNone/>
              <a:defRPr sz="528"/>
            </a:lvl5pPr>
            <a:lvl6pPr marL="754380" indent="0" algn="ctr">
              <a:buNone/>
              <a:defRPr sz="528"/>
            </a:lvl6pPr>
            <a:lvl7pPr marL="905256" indent="0" algn="ctr">
              <a:buNone/>
              <a:defRPr sz="528"/>
            </a:lvl7pPr>
            <a:lvl8pPr marL="1056132" indent="0" algn="ctr">
              <a:buNone/>
              <a:defRPr sz="528"/>
            </a:lvl8pPr>
            <a:lvl9pPr marL="1207008" indent="0" algn="ctr">
              <a:buNone/>
              <a:defRPr sz="5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7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5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05" y="1208295"/>
            <a:ext cx="2602885" cy="2016066"/>
          </a:xfrm>
        </p:spPr>
        <p:txBody>
          <a:bodyPr anchor="b"/>
          <a:lstStyle>
            <a:lvl1pPr>
              <a:defRPr sz="1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905" y="3243434"/>
            <a:ext cx="2602885" cy="1060202"/>
          </a:xfrm>
        </p:spPr>
        <p:txBody>
          <a:bodyPr/>
          <a:lstStyle>
            <a:lvl1pPr marL="0" indent="0">
              <a:buNone/>
              <a:defRPr sz="792">
                <a:solidFill>
                  <a:schemeClr val="tx1">
                    <a:tint val="82000"/>
                  </a:schemeClr>
                </a:solidFill>
              </a:defRPr>
            </a:lvl1pPr>
            <a:lvl2pPr marL="150876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2pPr>
            <a:lvl3pPr marL="301752" indent="0">
              <a:buNone/>
              <a:defRPr sz="594">
                <a:solidFill>
                  <a:schemeClr val="tx1">
                    <a:tint val="82000"/>
                  </a:schemeClr>
                </a:solidFill>
              </a:defRPr>
            </a:lvl3pPr>
            <a:lvl4pPr marL="452628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4pPr>
            <a:lvl5pPr marL="603504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5pPr>
            <a:lvl6pPr marL="754380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6pPr>
            <a:lvl7pPr marL="905256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7pPr>
            <a:lvl8pPr marL="1056132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8pPr>
            <a:lvl9pPr marL="1207008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476" y="1290193"/>
            <a:ext cx="1282581" cy="30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781" y="1290193"/>
            <a:ext cx="1282581" cy="30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64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258039"/>
            <a:ext cx="2602885" cy="936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70" y="1188100"/>
            <a:ext cx="1276687" cy="582269"/>
          </a:xfrm>
        </p:spPr>
        <p:txBody>
          <a:bodyPr anchor="b"/>
          <a:lstStyle>
            <a:lvl1pPr marL="0" indent="0">
              <a:buNone/>
              <a:defRPr sz="792" b="1"/>
            </a:lvl1pPr>
            <a:lvl2pPr marL="150876" indent="0">
              <a:buNone/>
              <a:defRPr sz="660" b="1"/>
            </a:lvl2pPr>
            <a:lvl3pPr marL="301752" indent="0">
              <a:buNone/>
              <a:defRPr sz="594" b="1"/>
            </a:lvl3pPr>
            <a:lvl4pPr marL="452628" indent="0">
              <a:buNone/>
              <a:defRPr sz="528" b="1"/>
            </a:lvl4pPr>
            <a:lvl5pPr marL="603504" indent="0">
              <a:buNone/>
              <a:defRPr sz="528" b="1"/>
            </a:lvl5pPr>
            <a:lvl6pPr marL="754380" indent="0">
              <a:buNone/>
              <a:defRPr sz="528" b="1"/>
            </a:lvl6pPr>
            <a:lvl7pPr marL="905256" indent="0">
              <a:buNone/>
              <a:defRPr sz="528" b="1"/>
            </a:lvl7pPr>
            <a:lvl8pPr marL="1056132" indent="0">
              <a:buNone/>
              <a:defRPr sz="528" b="1"/>
            </a:lvl8pPr>
            <a:lvl9pPr marL="1207008" indent="0">
              <a:buNone/>
              <a:defRPr sz="5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870" y="1770369"/>
            <a:ext cx="1276687" cy="2603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7781" y="1188100"/>
            <a:ext cx="1282974" cy="582269"/>
          </a:xfrm>
        </p:spPr>
        <p:txBody>
          <a:bodyPr anchor="b"/>
          <a:lstStyle>
            <a:lvl1pPr marL="0" indent="0">
              <a:buNone/>
              <a:defRPr sz="792" b="1"/>
            </a:lvl1pPr>
            <a:lvl2pPr marL="150876" indent="0">
              <a:buNone/>
              <a:defRPr sz="660" b="1"/>
            </a:lvl2pPr>
            <a:lvl3pPr marL="301752" indent="0">
              <a:buNone/>
              <a:defRPr sz="594" b="1"/>
            </a:lvl3pPr>
            <a:lvl4pPr marL="452628" indent="0">
              <a:buNone/>
              <a:defRPr sz="528" b="1"/>
            </a:lvl4pPr>
            <a:lvl5pPr marL="603504" indent="0">
              <a:buNone/>
              <a:defRPr sz="528" b="1"/>
            </a:lvl5pPr>
            <a:lvl6pPr marL="754380" indent="0">
              <a:buNone/>
              <a:defRPr sz="528" b="1"/>
            </a:lvl6pPr>
            <a:lvl7pPr marL="905256" indent="0">
              <a:buNone/>
              <a:defRPr sz="528" b="1"/>
            </a:lvl7pPr>
            <a:lvl8pPr marL="1056132" indent="0">
              <a:buNone/>
              <a:defRPr sz="528" b="1"/>
            </a:lvl8pPr>
            <a:lvl9pPr marL="1207008" indent="0">
              <a:buNone/>
              <a:defRPr sz="5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27781" y="1770369"/>
            <a:ext cx="1282974" cy="2603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12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5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323109"/>
            <a:ext cx="973331" cy="1130882"/>
          </a:xfrm>
        </p:spPr>
        <p:txBody>
          <a:bodyPr anchor="b"/>
          <a:lstStyle>
            <a:lvl1pPr>
              <a:defRPr sz="10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974" y="697827"/>
            <a:ext cx="1527780" cy="3444254"/>
          </a:xfrm>
        </p:spPr>
        <p:txBody>
          <a:bodyPr/>
          <a:lstStyle>
            <a:lvl1pPr>
              <a:defRPr sz="1056"/>
            </a:lvl1pPr>
            <a:lvl2pPr>
              <a:defRPr sz="924"/>
            </a:lvl2pPr>
            <a:lvl3pPr>
              <a:defRPr sz="792"/>
            </a:lvl3pPr>
            <a:lvl4pPr>
              <a:defRPr sz="660"/>
            </a:lvl4pPr>
            <a:lvl5pPr>
              <a:defRPr sz="660"/>
            </a:lvl5pPr>
            <a:lvl6pPr>
              <a:defRPr sz="660"/>
            </a:lvl6pPr>
            <a:lvl7pPr>
              <a:defRPr sz="660"/>
            </a:lvl7pPr>
            <a:lvl8pPr>
              <a:defRPr sz="660"/>
            </a:lvl8pPr>
            <a:lvl9pPr>
              <a:defRPr sz="6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1453991"/>
            <a:ext cx="973331" cy="2693699"/>
          </a:xfrm>
        </p:spPr>
        <p:txBody>
          <a:bodyPr/>
          <a:lstStyle>
            <a:lvl1pPr marL="0" indent="0">
              <a:buNone/>
              <a:defRPr sz="528"/>
            </a:lvl1pPr>
            <a:lvl2pPr marL="150876" indent="0">
              <a:buNone/>
              <a:defRPr sz="462"/>
            </a:lvl2pPr>
            <a:lvl3pPr marL="301752" indent="0">
              <a:buNone/>
              <a:defRPr sz="396"/>
            </a:lvl3pPr>
            <a:lvl4pPr marL="452628" indent="0">
              <a:buNone/>
              <a:defRPr sz="330"/>
            </a:lvl4pPr>
            <a:lvl5pPr marL="603504" indent="0">
              <a:buNone/>
              <a:defRPr sz="330"/>
            </a:lvl5pPr>
            <a:lvl6pPr marL="754380" indent="0">
              <a:buNone/>
              <a:defRPr sz="330"/>
            </a:lvl6pPr>
            <a:lvl7pPr marL="905256" indent="0">
              <a:buNone/>
              <a:defRPr sz="330"/>
            </a:lvl7pPr>
            <a:lvl8pPr marL="1056132" indent="0">
              <a:buNone/>
              <a:defRPr sz="330"/>
            </a:lvl8pPr>
            <a:lvl9pPr marL="1207008" indent="0">
              <a:buNone/>
              <a:defRPr sz="3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43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323109"/>
            <a:ext cx="973331" cy="1130882"/>
          </a:xfrm>
        </p:spPr>
        <p:txBody>
          <a:bodyPr anchor="b"/>
          <a:lstStyle>
            <a:lvl1pPr>
              <a:defRPr sz="10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2974" y="697827"/>
            <a:ext cx="1527780" cy="3444254"/>
          </a:xfrm>
        </p:spPr>
        <p:txBody>
          <a:bodyPr anchor="t"/>
          <a:lstStyle>
            <a:lvl1pPr marL="0" indent="0">
              <a:buNone/>
              <a:defRPr sz="1056"/>
            </a:lvl1pPr>
            <a:lvl2pPr marL="150876" indent="0">
              <a:buNone/>
              <a:defRPr sz="924"/>
            </a:lvl2pPr>
            <a:lvl3pPr marL="301752" indent="0">
              <a:buNone/>
              <a:defRPr sz="792"/>
            </a:lvl3pPr>
            <a:lvl4pPr marL="452628" indent="0">
              <a:buNone/>
              <a:defRPr sz="660"/>
            </a:lvl4pPr>
            <a:lvl5pPr marL="603504" indent="0">
              <a:buNone/>
              <a:defRPr sz="660"/>
            </a:lvl5pPr>
            <a:lvl6pPr marL="754380" indent="0">
              <a:buNone/>
              <a:defRPr sz="660"/>
            </a:lvl6pPr>
            <a:lvl7pPr marL="905256" indent="0">
              <a:buNone/>
              <a:defRPr sz="660"/>
            </a:lvl7pPr>
            <a:lvl8pPr marL="1056132" indent="0">
              <a:buNone/>
              <a:defRPr sz="660"/>
            </a:lvl8pPr>
            <a:lvl9pPr marL="1207008" indent="0">
              <a:buNone/>
              <a:defRPr sz="6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1453991"/>
            <a:ext cx="973331" cy="2693699"/>
          </a:xfrm>
        </p:spPr>
        <p:txBody>
          <a:bodyPr/>
          <a:lstStyle>
            <a:lvl1pPr marL="0" indent="0">
              <a:buNone/>
              <a:defRPr sz="528"/>
            </a:lvl1pPr>
            <a:lvl2pPr marL="150876" indent="0">
              <a:buNone/>
              <a:defRPr sz="462"/>
            </a:lvl2pPr>
            <a:lvl3pPr marL="301752" indent="0">
              <a:buNone/>
              <a:defRPr sz="396"/>
            </a:lvl3pPr>
            <a:lvl4pPr marL="452628" indent="0">
              <a:buNone/>
              <a:defRPr sz="330"/>
            </a:lvl4pPr>
            <a:lvl5pPr marL="603504" indent="0">
              <a:buNone/>
              <a:defRPr sz="330"/>
            </a:lvl5pPr>
            <a:lvl6pPr marL="754380" indent="0">
              <a:buNone/>
              <a:defRPr sz="330"/>
            </a:lvl6pPr>
            <a:lvl7pPr marL="905256" indent="0">
              <a:buNone/>
              <a:defRPr sz="330"/>
            </a:lvl7pPr>
            <a:lvl8pPr marL="1056132" indent="0">
              <a:buNone/>
              <a:defRPr sz="330"/>
            </a:lvl8pPr>
            <a:lvl9pPr marL="1207008" indent="0">
              <a:buNone/>
              <a:defRPr sz="3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88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2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9641" y="258038"/>
            <a:ext cx="650721" cy="41073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477" y="258038"/>
            <a:ext cx="1914441" cy="41073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9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477" y="258039"/>
            <a:ext cx="2602885" cy="9367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477" y="1290193"/>
            <a:ext cx="2602885" cy="3075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476" y="4492116"/>
            <a:ext cx="679014" cy="258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9DD7B-0A7F-7E4B-9645-A4D458B11C0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659" y="4492116"/>
            <a:ext cx="1018520" cy="258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1348" y="4492116"/>
            <a:ext cx="679014" cy="258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1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defTabSz="301752" rtl="0" eaLnBrk="1" latinLnBrk="0" hangingPunct="1">
        <a:lnSpc>
          <a:spcPct val="90000"/>
        </a:lnSpc>
        <a:spcBef>
          <a:spcPct val="0"/>
        </a:spcBef>
        <a:buNone/>
        <a:defRPr sz="14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438" indent="-75438" algn="l" defTabSz="301752" rtl="0" eaLnBrk="1" latinLnBrk="0" hangingPunct="1">
        <a:lnSpc>
          <a:spcPct val="90000"/>
        </a:lnSpc>
        <a:spcBef>
          <a:spcPts val="330"/>
        </a:spcBef>
        <a:buFont typeface="Arial" panose="020B0604020202020204" pitchFamily="34" charset="0"/>
        <a:buChar char="•"/>
        <a:defRPr sz="924" kern="1200">
          <a:solidFill>
            <a:schemeClr val="tx1"/>
          </a:solidFill>
          <a:latin typeface="+mn-lt"/>
          <a:ea typeface="+mn-ea"/>
          <a:cs typeface="+mn-cs"/>
        </a:defRPr>
      </a:lvl1pPr>
      <a:lvl2pPr marL="226314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2pPr>
      <a:lvl3pPr marL="377190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3pPr>
      <a:lvl4pPr marL="528066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4pPr>
      <a:lvl5pPr marL="678942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5pPr>
      <a:lvl6pPr marL="829818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6pPr>
      <a:lvl7pPr marL="980694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7pPr>
      <a:lvl8pPr marL="1131570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8pPr>
      <a:lvl9pPr marL="1282446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1pPr>
      <a:lvl2pPr marL="150876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2pPr>
      <a:lvl3pPr marL="301752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3pPr>
      <a:lvl4pPr marL="452628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4pPr>
      <a:lvl5pPr marL="603504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6pPr>
      <a:lvl7pPr marL="905256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7pPr>
      <a:lvl8pPr marL="1056132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8pPr>
      <a:lvl9pPr marL="1207008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emf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emf"/><Relationship Id="rId5" Type="http://schemas.openxmlformats.org/officeDocument/2006/relationships/image" Target="../media/image3.svg"/><Relationship Id="rId15" Type="http://schemas.openxmlformats.org/officeDocument/2006/relationships/image" Target="../media/image13.emf"/><Relationship Id="rId10" Type="http://schemas.openxmlformats.org/officeDocument/2006/relationships/image" Target="../media/image8.emf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89DD3-E5F7-DF68-C110-2D11F128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D74F060-3EF3-90DD-7D67-2432EEB240FF}"/>
              </a:ext>
            </a:extLst>
          </p:cNvPr>
          <p:cNvSpPr/>
          <p:nvPr/>
        </p:nvSpPr>
        <p:spPr>
          <a:xfrm>
            <a:off x="0" y="792751"/>
            <a:ext cx="3003947" cy="558291"/>
          </a:xfrm>
          <a:prstGeom prst="roundRect">
            <a:avLst>
              <a:gd name="adj" fmla="val 7344"/>
            </a:avLst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7D61089-0F21-FC35-60A1-94CD459355A1}"/>
              </a:ext>
            </a:extLst>
          </p:cNvPr>
          <p:cNvSpPr/>
          <p:nvPr/>
        </p:nvSpPr>
        <p:spPr>
          <a:xfrm>
            <a:off x="-1" y="8724"/>
            <a:ext cx="3003947" cy="558291"/>
          </a:xfrm>
          <a:prstGeom prst="roundRect">
            <a:avLst>
              <a:gd name="adj" fmla="val 7344"/>
            </a:avLst>
          </a:prstGeom>
          <a:solidFill>
            <a:schemeClr val="accent1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r>
              <a:rPr lang="en-US" sz="700" b="1" dirty="0">
                <a:solidFill>
                  <a:schemeClr val="tx1"/>
                </a:solidFill>
              </a:rPr>
              <a:t>Prompt: </a:t>
            </a:r>
          </a:p>
          <a:p>
            <a:r>
              <a:rPr lang="en-US" sz="700" dirty="0">
                <a:solidFill>
                  <a:schemeClr val="tx1"/>
                </a:solidFill>
              </a:rPr>
              <a:t>Please run end-to-end simulations: set up a 2D NVT simulation for mixture of capsule and disk particles with total 500 particles. The capsule should be length 5 and diameter 0.3. Use relative volume fraction 1 for the disk. Let's test four volume fraction [0.1, 0.3, 0.5, 0.7] with sample steps 100000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BCDCBD-FFD6-39BA-3147-88AE10EEAB0A}"/>
              </a:ext>
            </a:extLst>
          </p:cNvPr>
          <p:cNvSpPr txBox="1"/>
          <p:nvPr/>
        </p:nvSpPr>
        <p:spPr>
          <a:xfrm>
            <a:off x="121989" y="823718"/>
            <a:ext cx="300595" cy="12311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/>
              <a:t>setup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EE6E67-F9A3-3E82-8E79-EBCB899AD42A}"/>
              </a:ext>
            </a:extLst>
          </p:cNvPr>
          <p:cNvSpPr txBox="1"/>
          <p:nvPr/>
        </p:nvSpPr>
        <p:spPr>
          <a:xfrm>
            <a:off x="6947" y="1227931"/>
            <a:ext cx="545855" cy="123111"/>
          </a:xfrm>
          <a:prstGeom prst="rect">
            <a:avLst/>
          </a:prstGeom>
          <a:noFill/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 err="1"/>
              <a:t>setup.json</a:t>
            </a:r>
            <a:endParaRPr lang="en-US" sz="900" dirty="0"/>
          </a:p>
        </p:txBody>
      </p:sp>
      <p:pic>
        <p:nvPicPr>
          <p:cNvPr id="24" name="Graphic 23" descr="Paper outline">
            <a:extLst>
              <a:ext uri="{FF2B5EF4-FFF2-40B4-BE49-F238E27FC236}">
                <a16:creationId xmlns:a16="http://schemas.microsoft.com/office/drawing/2014/main" id="{4952C7B9-C7BB-ADBC-A807-08A7FAB08D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904" y="946841"/>
            <a:ext cx="262219" cy="262219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005E8BF6-2620-52A1-6A42-A2E53A5D576C}"/>
              </a:ext>
            </a:extLst>
          </p:cNvPr>
          <p:cNvGrpSpPr/>
          <p:nvPr/>
        </p:nvGrpSpPr>
        <p:grpSpPr>
          <a:xfrm>
            <a:off x="991283" y="823716"/>
            <a:ext cx="942155" cy="582446"/>
            <a:chOff x="696716" y="562209"/>
            <a:chExt cx="942155" cy="5824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95FCB61-0564-E5DA-D79C-2ADA3B878539}"/>
                </a:ext>
              </a:extLst>
            </p:cNvPr>
            <p:cNvGrpSpPr/>
            <p:nvPr/>
          </p:nvGrpSpPr>
          <p:grpSpPr>
            <a:xfrm>
              <a:off x="696716" y="562209"/>
              <a:ext cx="942155" cy="582446"/>
              <a:chOff x="789371" y="568405"/>
              <a:chExt cx="942155" cy="582446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06622B-FB99-88DA-EA42-7BA66DBDE7BF}"/>
                  </a:ext>
                </a:extLst>
              </p:cNvPr>
              <p:cNvSpPr txBox="1"/>
              <p:nvPr/>
            </p:nvSpPr>
            <p:spPr>
              <a:xfrm>
                <a:off x="1077323" y="568405"/>
                <a:ext cx="238079" cy="12311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9144" tIns="18288" rIns="9144" bIns="0" rtlCol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900" dirty="0"/>
                  <a:t>plan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939338D-EAA8-E2E0-D34A-4DF73C048710}"/>
                  </a:ext>
                </a:extLst>
              </p:cNvPr>
              <p:cNvSpPr txBox="1"/>
              <p:nvPr/>
            </p:nvSpPr>
            <p:spPr>
              <a:xfrm>
                <a:off x="789371" y="965352"/>
                <a:ext cx="483338" cy="123111"/>
              </a:xfrm>
              <a:prstGeom prst="rect">
                <a:avLst/>
              </a:prstGeom>
              <a:noFill/>
            </p:spPr>
            <p:txBody>
              <a:bodyPr wrap="none" lIns="9144" tIns="18288" rIns="9144" bIns="0" rtlCol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900" dirty="0" err="1"/>
                  <a:t>plan.json</a:t>
                </a:r>
                <a:endParaRPr lang="en-US" sz="900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CFA404-342C-2463-9E98-F07596EAD40B}"/>
                  </a:ext>
                </a:extLst>
              </p:cNvPr>
              <p:cNvSpPr txBox="1"/>
              <p:nvPr/>
            </p:nvSpPr>
            <p:spPr>
              <a:xfrm>
                <a:off x="1485433" y="715581"/>
                <a:ext cx="246093" cy="123111"/>
              </a:xfrm>
              <a:prstGeom prst="rect">
                <a:avLst/>
              </a:prstGeom>
              <a:noFill/>
            </p:spPr>
            <p:txBody>
              <a:bodyPr wrap="none" lIns="9144" tIns="18288" rIns="9144" bIns="0" rtlCol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900" dirty="0"/>
                  <a:t>run0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AD9B5A4-7DDB-76FF-E087-8350918E1B44}"/>
                  </a:ext>
                </a:extLst>
              </p:cNvPr>
              <p:cNvSpPr txBox="1"/>
              <p:nvPr/>
            </p:nvSpPr>
            <p:spPr>
              <a:xfrm>
                <a:off x="1484217" y="842241"/>
                <a:ext cx="246093" cy="123111"/>
              </a:xfrm>
              <a:prstGeom prst="rect">
                <a:avLst/>
              </a:prstGeom>
              <a:noFill/>
            </p:spPr>
            <p:txBody>
              <a:bodyPr wrap="none" lIns="9144" tIns="18288" rIns="9144" bIns="0" rtlCol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900" dirty="0"/>
                  <a:t>run1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13A65D4-7B09-6269-3274-126006281106}"/>
                  </a:ext>
                </a:extLst>
              </p:cNvPr>
              <p:cNvSpPr txBox="1"/>
              <p:nvPr/>
            </p:nvSpPr>
            <p:spPr>
              <a:xfrm rot="5400000">
                <a:off x="1481923" y="979914"/>
                <a:ext cx="218763" cy="123111"/>
              </a:xfrm>
              <a:prstGeom prst="rect">
                <a:avLst/>
              </a:prstGeom>
              <a:noFill/>
            </p:spPr>
            <p:txBody>
              <a:bodyPr wrap="square" lIns="9144" tIns="18288" rIns="9144" bIns="0" rtlCol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900" dirty="0"/>
                  <a:t>…</a:t>
                </a:r>
              </a:p>
            </p:txBody>
          </p:sp>
          <p:pic>
            <p:nvPicPr>
              <p:cNvPr id="20" name="Graphic 19" descr="Open folder outline">
                <a:extLst>
                  <a:ext uri="{FF2B5EF4-FFF2-40B4-BE49-F238E27FC236}">
                    <a16:creationId xmlns:a16="http://schemas.microsoft.com/office/drawing/2014/main" id="{129BEFE5-E39F-6883-D9DF-D1DCFF49B8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80993" y="672869"/>
                <a:ext cx="175720" cy="175720"/>
              </a:xfrm>
              <a:prstGeom prst="rect">
                <a:avLst/>
              </a:prstGeom>
            </p:spPr>
          </p:pic>
          <p:pic>
            <p:nvPicPr>
              <p:cNvPr id="22" name="Graphic 21" descr="Document outline">
                <a:extLst>
                  <a:ext uri="{FF2B5EF4-FFF2-40B4-BE49-F238E27FC236}">
                    <a16:creationId xmlns:a16="http://schemas.microsoft.com/office/drawing/2014/main" id="{3CDCDB75-EF0C-9FEF-6283-6046B56C1C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91253" y="707582"/>
                <a:ext cx="262220" cy="262220"/>
              </a:xfrm>
              <a:prstGeom prst="rect">
                <a:avLst/>
              </a:prstGeom>
            </p:spPr>
          </p:pic>
          <p:pic>
            <p:nvPicPr>
              <p:cNvPr id="26" name="Graphic 25" descr="Open folder outline">
                <a:extLst>
                  <a:ext uri="{FF2B5EF4-FFF2-40B4-BE49-F238E27FC236}">
                    <a16:creationId xmlns:a16="http://schemas.microsoft.com/office/drawing/2014/main" id="{2BA59526-7685-4A35-0279-4AD01B104B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80993" y="809396"/>
                <a:ext cx="175720" cy="175720"/>
              </a:xfrm>
              <a:prstGeom prst="rect">
                <a:avLst/>
              </a:prstGeom>
            </p:spPr>
          </p:pic>
        </p:grp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2CD2BB37-4D9F-4C27-7CEF-4850E14C31DE}"/>
                </a:ext>
              </a:extLst>
            </p:cNvPr>
            <p:cNvCxnSpPr>
              <a:cxnSpLocks/>
              <a:stCxn id="22" idx="3"/>
              <a:endCxn id="20" idx="1"/>
            </p:cNvCxnSpPr>
            <p:nvPr/>
          </p:nvCxnSpPr>
          <p:spPr>
            <a:xfrm flipV="1">
              <a:off x="1060818" y="754533"/>
              <a:ext cx="127520" cy="77963"/>
            </a:xfrm>
            <a:prstGeom prst="curvedConnector3">
              <a:avLst>
                <a:gd name="adj1" fmla="val 33246"/>
              </a:avLst>
            </a:prstGeom>
            <a:ln w="63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urved Connector 40">
              <a:extLst>
                <a:ext uri="{FF2B5EF4-FFF2-40B4-BE49-F238E27FC236}">
                  <a16:creationId xmlns:a16="http://schemas.microsoft.com/office/drawing/2014/main" id="{84D818E5-7C0E-A26E-671C-08F34FD71A85}"/>
                </a:ext>
              </a:extLst>
            </p:cNvPr>
            <p:cNvCxnSpPr>
              <a:cxnSpLocks/>
              <a:stCxn id="22" idx="3"/>
              <a:endCxn id="26" idx="1"/>
            </p:cNvCxnSpPr>
            <p:nvPr/>
          </p:nvCxnSpPr>
          <p:spPr>
            <a:xfrm>
              <a:off x="1060818" y="832496"/>
              <a:ext cx="127520" cy="58564"/>
            </a:xfrm>
            <a:prstGeom prst="curved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B42AECC-E80E-EDA9-7B8B-9F96193A3E93}"/>
              </a:ext>
            </a:extLst>
          </p:cNvPr>
          <p:cNvGrpSpPr/>
          <p:nvPr/>
        </p:nvGrpSpPr>
        <p:grpSpPr>
          <a:xfrm>
            <a:off x="2284101" y="828932"/>
            <a:ext cx="475696" cy="516008"/>
            <a:chOff x="1781813" y="562209"/>
            <a:chExt cx="475696" cy="51600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22F04F-00F9-CC32-5F13-69F47F58F8DE}"/>
                </a:ext>
              </a:extLst>
            </p:cNvPr>
            <p:cNvSpPr txBox="1"/>
            <p:nvPr/>
          </p:nvSpPr>
          <p:spPr>
            <a:xfrm>
              <a:off x="1809173" y="562209"/>
              <a:ext cx="414408" cy="123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900" dirty="0"/>
                <a:t>execute</a:t>
              </a:r>
            </a:p>
          </p:txBody>
        </p:sp>
        <p:pic>
          <p:nvPicPr>
            <p:cNvPr id="29" name="Graphic 28" descr="Processor outline">
              <a:extLst>
                <a:ext uri="{FF2B5EF4-FFF2-40B4-BE49-F238E27FC236}">
                  <a16:creationId xmlns:a16="http://schemas.microsoft.com/office/drawing/2014/main" id="{C9C41EF8-A6C0-A25F-37BD-AD4AA92695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052599" y="662790"/>
              <a:ext cx="202064" cy="202064"/>
            </a:xfrm>
            <a:prstGeom prst="rect">
              <a:avLst/>
            </a:prstGeom>
          </p:spPr>
        </p:pic>
        <p:pic>
          <p:nvPicPr>
            <p:cNvPr id="30" name="Picture 2" descr="Logo - HOOMD-blue 6.1.1 documentation">
              <a:extLst>
                <a:ext uri="{FF2B5EF4-FFF2-40B4-BE49-F238E27FC236}">
                  <a16:creationId xmlns:a16="http://schemas.microsoft.com/office/drawing/2014/main" id="{91A839A6-E296-83DB-88FD-63B1890443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81578" b="-10187"/>
            <a:stretch>
              <a:fillRect/>
            </a:stretch>
          </p:blipFill>
          <p:spPr bwMode="auto">
            <a:xfrm>
              <a:off x="1781813" y="735854"/>
              <a:ext cx="164443" cy="158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Graphic 30" descr="Processor outline">
              <a:extLst>
                <a:ext uri="{FF2B5EF4-FFF2-40B4-BE49-F238E27FC236}">
                  <a16:creationId xmlns:a16="http://schemas.microsoft.com/office/drawing/2014/main" id="{C69E1F2A-980A-DCE3-C9DF-8945D2108D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943125" y="876153"/>
              <a:ext cx="202064" cy="202064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7A09FF7-5AE7-3B55-28CE-30212E1AE10E}"/>
                </a:ext>
              </a:extLst>
            </p:cNvPr>
            <p:cNvSpPr txBox="1"/>
            <p:nvPr/>
          </p:nvSpPr>
          <p:spPr>
            <a:xfrm rot="5400000">
              <a:off x="2086572" y="907280"/>
              <a:ext cx="218763" cy="123111"/>
            </a:xfrm>
            <a:prstGeom prst="rect">
              <a:avLst/>
            </a:prstGeom>
            <a:noFill/>
          </p:spPr>
          <p:txBody>
            <a:bodyPr wrap="squar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900" dirty="0"/>
                <a:t>…</a:t>
              </a:r>
            </a:p>
          </p:txBody>
        </p:sp>
        <p:cxnSp>
          <p:nvCxnSpPr>
            <p:cNvPr id="44" name="Curved Connector 43">
              <a:extLst>
                <a:ext uri="{FF2B5EF4-FFF2-40B4-BE49-F238E27FC236}">
                  <a16:creationId xmlns:a16="http://schemas.microsoft.com/office/drawing/2014/main" id="{C98E6323-92F1-DBA3-C977-BCFDB066D6B4}"/>
                </a:ext>
              </a:extLst>
            </p:cNvPr>
            <p:cNvCxnSpPr>
              <a:cxnSpLocks/>
              <a:stCxn id="30" idx="3"/>
              <a:endCxn id="29" idx="1"/>
            </p:cNvCxnSpPr>
            <p:nvPr/>
          </p:nvCxnSpPr>
          <p:spPr>
            <a:xfrm flipV="1">
              <a:off x="1946256" y="763822"/>
              <a:ext cx="106343" cy="51453"/>
            </a:xfrm>
            <a:prstGeom prst="curved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urved Connector 46">
              <a:extLst>
                <a:ext uri="{FF2B5EF4-FFF2-40B4-BE49-F238E27FC236}">
                  <a16:creationId xmlns:a16="http://schemas.microsoft.com/office/drawing/2014/main" id="{6059E374-0C4A-79D3-976F-727158DDDAFC}"/>
                </a:ext>
              </a:extLst>
            </p:cNvPr>
            <p:cNvCxnSpPr>
              <a:cxnSpLocks/>
              <a:stCxn id="30" idx="2"/>
              <a:endCxn id="31" idx="1"/>
            </p:cNvCxnSpPr>
            <p:nvPr/>
          </p:nvCxnSpPr>
          <p:spPr>
            <a:xfrm rot="16200000" flipH="1">
              <a:off x="1862336" y="896395"/>
              <a:ext cx="82489" cy="79090"/>
            </a:xfrm>
            <a:prstGeom prst="curvedConnector2">
              <a:avLst/>
            </a:prstGeom>
            <a:ln w="63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9520CEA5-ED16-EFD5-7E30-DF02F363D0C6}"/>
              </a:ext>
            </a:extLst>
          </p:cNvPr>
          <p:cNvSpPr txBox="1"/>
          <p:nvPr/>
        </p:nvSpPr>
        <p:spPr>
          <a:xfrm>
            <a:off x="274168" y="1411405"/>
            <a:ext cx="399981" cy="12311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/>
              <a:t>analyze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56F820E5-1FEB-BF80-947B-7537F55BC4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7" y="1623748"/>
            <a:ext cx="758952" cy="75895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1A1BDC9-4640-57A7-C4EE-CB7DFA9A08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362" y="1623748"/>
            <a:ext cx="758952" cy="758952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B453513C-2B1D-8CA2-7FE1-89A6413EBA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768" y="1549059"/>
            <a:ext cx="330200" cy="1016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8AA21F70-6F5C-C7F7-F382-2DA8E308EB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0491" y="1542229"/>
            <a:ext cx="330200" cy="1016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D48D2BB-0DAE-44E0-73A2-651096FCAF87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1517314" y="1623748"/>
            <a:ext cx="758952" cy="758952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2EB32AF8-01EB-E502-DB3A-ABF0C09A74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96790" y="1543240"/>
            <a:ext cx="330200" cy="9547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E7BBB9F0-3430-4C97-1DE2-6D809DC56457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2276515" y="1614898"/>
            <a:ext cx="758952" cy="758952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ACD47182-C7B3-F1EF-A742-B26DBBB9F8A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36686" y="1537678"/>
            <a:ext cx="342900" cy="9547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E6CBE46-9B17-5247-3275-921973618EF7}"/>
              </a:ext>
            </a:extLst>
          </p:cNvPr>
          <p:cNvGrpSpPr/>
          <p:nvPr/>
        </p:nvGrpSpPr>
        <p:grpSpPr>
          <a:xfrm>
            <a:off x="54022" y="508442"/>
            <a:ext cx="1030249" cy="275459"/>
            <a:chOff x="1147024" y="684594"/>
            <a:chExt cx="1030249" cy="275459"/>
          </a:xfrm>
        </p:grpSpPr>
        <p:pic>
          <p:nvPicPr>
            <p:cNvPr id="19" name="Picture 18" descr="Shape&#10;&#10;AI-generated content may be incorrect.">
              <a:extLst>
                <a:ext uri="{FF2B5EF4-FFF2-40B4-BE49-F238E27FC236}">
                  <a16:creationId xmlns:a16="http://schemas.microsoft.com/office/drawing/2014/main" id="{47F8709F-DC22-2333-8A0E-CFAA871BC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1814" y="684594"/>
              <a:ext cx="275459" cy="275459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04107D-27F5-A175-0FD7-94411BB8530D}"/>
                </a:ext>
              </a:extLst>
            </p:cNvPr>
            <p:cNvSpPr txBox="1"/>
            <p:nvPr/>
          </p:nvSpPr>
          <p:spPr>
            <a:xfrm>
              <a:off x="1147024" y="783421"/>
              <a:ext cx="723789" cy="123111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900" dirty="0"/>
                <a:t>ColPackAgent</a:t>
              </a:r>
            </a:p>
          </p:txBody>
        </p:sp>
      </p:grpSp>
      <p:sp>
        <p:nvSpPr>
          <p:cNvPr id="23" name="Bent Arrow 22">
            <a:extLst>
              <a:ext uri="{FF2B5EF4-FFF2-40B4-BE49-F238E27FC236}">
                <a16:creationId xmlns:a16="http://schemas.microsoft.com/office/drawing/2014/main" id="{44DE04B5-BDDC-5696-3875-C0330392D919}"/>
              </a:ext>
            </a:extLst>
          </p:cNvPr>
          <p:cNvSpPr/>
          <p:nvPr/>
        </p:nvSpPr>
        <p:spPr>
          <a:xfrm rot="10800000">
            <a:off x="1137838" y="587882"/>
            <a:ext cx="170828" cy="190761"/>
          </a:xfrm>
          <a:prstGeom prst="bentArrow">
            <a:avLst>
              <a:gd name="adj1" fmla="val 36807"/>
              <a:gd name="adj2" fmla="val 32872"/>
              <a:gd name="adj3" fmla="val 25000"/>
              <a:gd name="adj4" fmla="val 43750"/>
            </a:avLst>
          </a:prstGeom>
          <a:gradFill>
            <a:gsLst>
              <a:gs pos="98000">
                <a:schemeClr val="tx1"/>
              </a:gs>
              <a:gs pos="0">
                <a:schemeClr val="accent1">
                  <a:lumMod val="5000"/>
                  <a:lumOff val="95000"/>
                </a:schemeClr>
              </a:gs>
              <a:gs pos="49000">
                <a:schemeClr val="bg1">
                  <a:lumMod val="85000"/>
                </a:schemeClr>
              </a:gs>
              <a:gs pos="78000">
                <a:schemeClr val="bg1">
                  <a:lumMod val="75000"/>
                </a:schemeClr>
              </a:gs>
              <a:gs pos="92000">
                <a:schemeClr val="tx1">
                  <a:lumMod val="65000"/>
                  <a:lumOff val="35000"/>
                </a:schemeClr>
              </a:gs>
            </a:gsLst>
            <a:lin ang="0" scaled="1"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860A79EC-3AD5-7039-49DD-F247F4FE8060}"/>
              </a:ext>
            </a:extLst>
          </p:cNvPr>
          <p:cNvSpPr/>
          <p:nvPr/>
        </p:nvSpPr>
        <p:spPr>
          <a:xfrm>
            <a:off x="694250" y="999974"/>
            <a:ext cx="157379" cy="146250"/>
          </a:xfrm>
          <a:prstGeom prst="rightArrow">
            <a:avLst/>
          </a:prstGeom>
          <a:gradFill flip="none" rotWithShape="1">
            <a:gsLst>
              <a:gs pos="98000">
                <a:schemeClr val="tx1"/>
              </a:gs>
              <a:gs pos="0">
                <a:schemeClr val="accent1">
                  <a:lumMod val="5000"/>
                  <a:lumOff val="95000"/>
                </a:schemeClr>
              </a:gs>
              <a:gs pos="49000">
                <a:schemeClr val="bg1">
                  <a:lumMod val="85000"/>
                </a:schemeClr>
              </a:gs>
              <a:gs pos="78000">
                <a:schemeClr val="bg1">
                  <a:lumMod val="75000"/>
                </a:schemeClr>
              </a:gs>
              <a:gs pos="92000">
                <a:schemeClr val="tx1">
                  <a:lumMod val="65000"/>
                  <a:lumOff val="35000"/>
                </a:schemeClr>
              </a:gs>
            </a:gsLst>
            <a:lin ang="0" scaled="1"/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C8F8E39B-B3FA-77B9-5E64-8EBE5FD0DFD6}"/>
              </a:ext>
            </a:extLst>
          </p:cNvPr>
          <p:cNvSpPr/>
          <p:nvPr/>
        </p:nvSpPr>
        <p:spPr>
          <a:xfrm>
            <a:off x="2020907" y="1027757"/>
            <a:ext cx="157379" cy="146250"/>
          </a:xfrm>
          <a:prstGeom prst="rightArrow">
            <a:avLst/>
          </a:prstGeom>
          <a:gradFill flip="none" rotWithShape="1">
            <a:gsLst>
              <a:gs pos="98000">
                <a:schemeClr val="tx1"/>
              </a:gs>
              <a:gs pos="0">
                <a:schemeClr val="accent1">
                  <a:lumMod val="5000"/>
                  <a:lumOff val="95000"/>
                </a:schemeClr>
              </a:gs>
              <a:gs pos="49000">
                <a:schemeClr val="bg1">
                  <a:lumMod val="85000"/>
                </a:schemeClr>
              </a:gs>
              <a:gs pos="78000">
                <a:schemeClr val="bg1">
                  <a:lumMod val="75000"/>
                </a:schemeClr>
              </a:gs>
              <a:gs pos="92000">
                <a:schemeClr val="tx1">
                  <a:lumMod val="65000"/>
                  <a:lumOff val="35000"/>
                </a:schemeClr>
              </a:gs>
            </a:gsLst>
            <a:lin ang="0" scaled="1"/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Bent Arrow 32">
            <a:extLst>
              <a:ext uri="{FF2B5EF4-FFF2-40B4-BE49-F238E27FC236}">
                <a16:creationId xmlns:a16="http://schemas.microsoft.com/office/drawing/2014/main" id="{31AF111D-7D33-5E0D-0282-177A53D27D93}"/>
              </a:ext>
            </a:extLst>
          </p:cNvPr>
          <p:cNvSpPr/>
          <p:nvPr/>
        </p:nvSpPr>
        <p:spPr>
          <a:xfrm rot="10800000" flipH="1">
            <a:off x="54021" y="1392854"/>
            <a:ext cx="170621" cy="141661"/>
          </a:xfrm>
          <a:prstGeom prst="bentArrow">
            <a:avLst>
              <a:gd name="adj1" fmla="val 36807"/>
              <a:gd name="adj2" fmla="val 32872"/>
              <a:gd name="adj3" fmla="val 36807"/>
              <a:gd name="adj4" fmla="val 43750"/>
            </a:avLst>
          </a:prstGeom>
          <a:gradFill>
            <a:gsLst>
              <a:gs pos="98000">
                <a:schemeClr val="tx1"/>
              </a:gs>
              <a:gs pos="0">
                <a:schemeClr val="accent1">
                  <a:lumMod val="5000"/>
                  <a:lumOff val="95000"/>
                </a:schemeClr>
              </a:gs>
              <a:gs pos="49000">
                <a:schemeClr val="bg1">
                  <a:lumMod val="85000"/>
                </a:schemeClr>
              </a:gs>
              <a:gs pos="78000">
                <a:schemeClr val="bg1">
                  <a:lumMod val="75000"/>
                </a:schemeClr>
              </a:gs>
              <a:gs pos="92000">
                <a:schemeClr val="tx1">
                  <a:lumMod val="65000"/>
                  <a:lumOff val="35000"/>
                </a:schemeClr>
              </a:gs>
            </a:gsLst>
            <a:lin ang="0" scaled="1"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A47D6-07B6-EA0B-48CB-4FFC9502CFD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4425" y="2438362"/>
            <a:ext cx="3009900" cy="2413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9DC37E0-F65B-91EB-FA8B-BB5F0FCF5156}"/>
              </a:ext>
            </a:extLst>
          </p:cNvPr>
          <p:cNvSpPr txBox="1"/>
          <p:nvPr/>
        </p:nvSpPr>
        <p:spPr>
          <a:xfrm>
            <a:off x="2756951" y="-38640"/>
            <a:ext cx="316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(a)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D185A4-60C5-56A2-D781-985303AF0D2D}"/>
              </a:ext>
            </a:extLst>
          </p:cNvPr>
          <p:cNvSpPr txBox="1"/>
          <p:nvPr/>
        </p:nvSpPr>
        <p:spPr>
          <a:xfrm>
            <a:off x="2747453" y="767845"/>
            <a:ext cx="3193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(b)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5850EA-0FB3-D60B-055D-58F0E574C1B4}"/>
              </a:ext>
            </a:extLst>
          </p:cNvPr>
          <p:cNvSpPr txBox="1"/>
          <p:nvPr/>
        </p:nvSpPr>
        <p:spPr>
          <a:xfrm>
            <a:off x="2765674" y="1351218"/>
            <a:ext cx="3193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(c)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194030-0678-5BFA-42CF-89C8AC79E233}"/>
              </a:ext>
            </a:extLst>
          </p:cNvPr>
          <p:cNvSpPr txBox="1"/>
          <p:nvPr/>
        </p:nvSpPr>
        <p:spPr>
          <a:xfrm>
            <a:off x="2759428" y="2300648"/>
            <a:ext cx="3193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4151851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5561</TotalTime>
  <Words>90</Words>
  <Application>Microsoft Macintosh PowerPoint</Application>
  <PresentationFormat>Custom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Ding, Lijie</dc:creator>
  <cp:lastModifiedBy>Ding, Lijie</cp:lastModifiedBy>
  <cp:revision>846</cp:revision>
  <dcterms:created xsi:type="dcterms:W3CDTF">2025-06-28T21:43:08Z</dcterms:created>
  <dcterms:modified xsi:type="dcterms:W3CDTF">2026-05-13T19:48:54Z</dcterms:modified>
</cp:coreProperties>
</file>