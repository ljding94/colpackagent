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notesMasterIdLst>
    <p:notesMasterId r:id="rId3"/>
  </p:notesMasterIdLst>
  <p:sldIdLst>
    <p:sldId id="258" r:id="rId2"/>
  </p:sldIdLst>
  <p:sldSz cx="3017838" cy="2332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3"/>
    <p:restoredTop sz="94689"/>
  </p:normalViewPr>
  <p:slideViewPr>
    <p:cSldViewPr snapToGrid="0">
      <p:cViewPr varScale="1">
        <p:scale>
          <a:sx n="400" d="100"/>
          <a:sy n="400" d="100"/>
        </p:scale>
        <p:origin x="220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31925" y="1143000"/>
            <a:ext cx="39941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38" y="381655"/>
            <a:ext cx="2565162" cy="811895"/>
          </a:xfrm>
        </p:spPr>
        <p:txBody>
          <a:bodyPr anchor="b"/>
          <a:lstStyle>
            <a:lvl1pPr algn="ctr"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1224860"/>
            <a:ext cx="2263379" cy="563036"/>
          </a:xfrm>
        </p:spPr>
        <p:txBody>
          <a:bodyPr/>
          <a:lstStyle>
            <a:lvl1pPr marL="0" indent="0" algn="ctr">
              <a:buNone/>
              <a:defRPr sz="792"/>
            </a:lvl1pPr>
            <a:lvl2pPr marL="150876" indent="0" algn="ctr">
              <a:buNone/>
              <a:defRPr sz="660"/>
            </a:lvl2pPr>
            <a:lvl3pPr marL="301752" indent="0" algn="ctr">
              <a:buNone/>
              <a:defRPr sz="594"/>
            </a:lvl3pPr>
            <a:lvl4pPr marL="452628" indent="0" algn="ctr">
              <a:buNone/>
              <a:defRPr sz="528"/>
            </a:lvl4pPr>
            <a:lvl5pPr marL="603504" indent="0" algn="ctr">
              <a:buNone/>
              <a:defRPr sz="528"/>
            </a:lvl5pPr>
            <a:lvl6pPr marL="754380" indent="0" algn="ctr">
              <a:buNone/>
              <a:defRPr sz="528"/>
            </a:lvl6pPr>
            <a:lvl7pPr marL="905256" indent="0" algn="ctr">
              <a:buNone/>
              <a:defRPr sz="528"/>
            </a:lvl7pPr>
            <a:lvl8pPr marL="1056132" indent="0" algn="ctr">
              <a:buNone/>
              <a:defRPr sz="528"/>
            </a:lvl8pPr>
            <a:lvl9pPr marL="1207008" indent="0" algn="ctr">
              <a:buNone/>
              <a:defRPr sz="5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3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6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581391"/>
            <a:ext cx="2602885" cy="970063"/>
          </a:xfrm>
        </p:spPr>
        <p:txBody>
          <a:bodyPr anchor="b"/>
          <a:lstStyle>
            <a:lvl1pPr>
              <a:defRPr sz="19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1560631"/>
            <a:ext cx="2602885" cy="510133"/>
          </a:xfrm>
        </p:spPr>
        <p:txBody>
          <a:bodyPr/>
          <a:lstStyle>
            <a:lvl1pPr marL="0" indent="0">
              <a:buNone/>
              <a:defRPr sz="792">
                <a:solidFill>
                  <a:schemeClr val="tx1">
                    <a:tint val="82000"/>
                  </a:schemeClr>
                </a:solidFill>
              </a:defRPr>
            </a:lvl1pPr>
            <a:lvl2pPr marL="150876" indent="0">
              <a:buNone/>
              <a:defRPr sz="660">
                <a:solidFill>
                  <a:schemeClr val="tx1">
                    <a:tint val="82000"/>
                  </a:schemeClr>
                </a:solidFill>
              </a:defRPr>
            </a:lvl2pPr>
            <a:lvl3pPr marL="301752" indent="0">
              <a:buNone/>
              <a:defRPr sz="594">
                <a:solidFill>
                  <a:schemeClr val="tx1">
                    <a:tint val="82000"/>
                  </a:schemeClr>
                </a:solidFill>
              </a:defRPr>
            </a:lvl3pPr>
            <a:lvl4pPr marL="45262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4pPr>
            <a:lvl5pPr marL="603504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5pPr>
            <a:lvl6pPr marL="754380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6pPr>
            <a:lvl7pPr marL="905256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7pPr>
            <a:lvl8pPr marL="1056132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8pPr>
            <a:lvl9pPr marL="1207008" indent="0">
              <a:buNone/>
              <a:defRPr sz="5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4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620797"/>
            <a:ext cx="1282581" cy="1479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620797"/>
            <a:ext cx="1282581" cy="14796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551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24160"/>
            <a:ext cx="2602885" cy="450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70" y="571674"/>
            <a:ext cx="1276687" cy="280168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70" y="851842"/>
            <a:ext cx="1276687" cy="1252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571674"/>
            <a:ext cx="1282974" cy="280168"/>
          </a:xfrm>
        </p:spPr>
        <p:txBody>
          <a:bodyPr anchor="b"/>
          <a:lstStyle>
            <a:lvl1pPr marL="0" indent="0">
              <a:buNone/>
              <a:defRPr sz="792" b="1"/>
            </a:lvl1pPr>
            <a:lvl2pPr marL="150876" indent="0">
              <a:buNone/>
              <a:defRPr sz="660" b="1"/>
            </a:lvl2pPr>
            <a:lvl3pPr marL="301752" indent="0">
              <a:buNone/>
              <a:defRPr sz="594" b="1"/>
            </a:lvl3pPr>
            <a:lvl4pPr marL="452628" indent="0">
              <a:buNone/>
              <a:defRPr sz="528" b="1"/>
            </a:lvl4pPr>
            <a:lvl5pPr marL="603504" indent="0">
              <a:buNone/>
              <a:defRPr sz="528" b="1"/>
            </a:lvl5pPr>
            <a:lvl6pPr marL="754380" indent="0">
              <a:buNone/>
              <a:defRPr sz="528" b="1"/>
            </a:lvl6pPr>
            <a:lvl7pPr marL="905256" indent="0">
              <a:buNone/>
              <a:defRPr sz="528" b="1"/>
            </a:lvl7pPr>
            <a:lvl8pPr marL="1056132" indent="0">
              <a:buNone/>
              <a:defRPr sz="528" b="1"/>
            </a:lvl8pPr>
            <a:lvl9pPr marL="1207008" indent="0">
              <a:buNone/>
              <a:defRPr sz="5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851842"/>
            <a:ext cx="1282974" cy="1252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74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55469"/>
            <a:ext cx="973331" cy="54414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335771"/>
            <a:ext cx="1527780" cy="1657258"/>
          </a:xfrm>
        </p:spPr>
        <p:txBody>
          <a:bodyPr/>
          <a:lstStyle>
            <a:lvl1pPr>
              <a:defRPr sz="1056"/>
            </a:lvl1pPr>
            <a:lvl2pPr>
              <a:defRPr sz="924"/>
            </a:lvl2pPr>
            <a:lvl3pPr>
              <a:defRPr sz="792"/>
            </a:lvl3pPr>
            <a:lvl4pPr>
              <a:defRPr sz="660"/>
            </a:lvl4pPr>
            <a:lvl5pPr>
              <a:defRPr sz="660"/>
            </a:lvl5pPr>
            <a:lvl6pPr>
              <a:defRPr sz="660"/>
            </a:lvl6pPr>
            <a:lvl7pPr>
              <a:defRPr sz="660"/>
            </a:lvl7pPr>
            <a:lvl8pPr>
              <a:defRPr sz="660"/>
            </a:lvl8pPr>
            <a:lvl9pPr>
              <a:defRPr sz="6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99611"/>
            <a:ext cx="973331" cy="1296117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6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155469"/>
            <a:ext cx="973331" cy="544142"/>
          </a:xfrm>
        </p:spPr>
        <p:txBody>
          <a:bodyPr anchor="b"/>
          <a:lstStyle>
            <a:lvl1pPr>
              <a:defRPr sz="10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335771"/>
            <a:ext cx="1527780" cy="1657258"/>
          </a:xfrm>
        </p:spPr>
        <p:txBody>
          <a:bodyPr anchor="t"/>
          <a:lstStyle>
            <a:lvl1pPr marL="0" indent="0">
              <a:buNone/>
              <a:defRPr sz="1056"/>
            </a:lvl1pPr>
            <a:lvl2pPr marL="150876" indent="0">
              <a:buNone/>
              <a:defRPr sz="924"/>
            </a:lvl2pPr>
            <a:lvl3pPr marL="301752" indent="0">
              <a:buNone/>
              <a:defRPr sz="792"/>
            </a:lvl3pPr>
            <a:lvl4pPr marL="452628" indent="0">
              <a:buNone/>
              <a:defRPr sz="660"/>
            </a:lvl4pPr>
            <a:lvl5pPr marL="603504" indent="0">
              <a:buNone/>
              <a:defRPr sz="660"/>
            </a:lvl5pPr>
            <a:lvl6pPr marL="754380" indent="0">
              <a:buNone/>
              <a:defRPr sz="660"/>
            </a:lvl6pPr>
            <a:lvl7pPr marL="905256" indent="0">
              <a:buNone/>
              <a:defRPr sz="660"/>
            </a:lvl7pPr>
            <a:lvl8pPr marL="1056132" indent="0">
              <a:buNone/>
              <a:defRPr sz="660"/>
            </a:lvl8pPr>
            <a:lvl9pPr marL="1207008" indent="0">
              <a:buNone/>
              <a:defRPr sz="6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699611"/>
            <a:ext cx="973331" cy="1296117"/>
          </a:xfrm>
        </p:spPr>
        <p:txBody>
          <a:bodyPr/>
          <a:lstStyle>
            <a:lvl1pPr marL="0" indent="0">
              <a:buNone/>
              <a:defRPr sz="528"/>
            </a:lvl1pPr>
            <a:lvl2pPr marL="150876" indent="0">
              <a:buNone/>
              <a:defRPr sz="462"/>
            </a:lvl2pPr>
            <a:lvl3pPr marL="301752" indent="0">
              <a:buNone/>
              <a:defRPr sz="396"/>
            </a:lvl3pPr>
            <a:lvl4pPr marL="452628" indent="0">
              <a:buNone/>
              <a:defRPr sz="330"/>
            </a:lvl4pPr>
            <a:lvl5pPr marL="603504" indent="0">
              <a:buNone/>
              <a:defRPr sz="330"/>
            </a:lvl5pPr>
            <a:lvl6pPr marL="754380" indent="0">
              <a:buNone/>
              <a:defRPr sz="330"/>
            </a:lvl6pPr>
            <a:lvl7pPr marL="905256" indent="0">
              <a:buNone/>
              <a:defRPr sz="330"/>
            </a:lvl7pPr>
            <a:lvl8pPr marL="1056132" indent="0">
              <a:buNone/>
              <a:defRPr sz="330"/>
            </a:lvl8pPr>
            <a:lvl9pPr marL="1207008" indent="0">
              <a:buNone/>
              <a:defRPr sz="3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7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1" y="124160"/>
            <a:ext cx="650721" cy="1976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7" y="124160"/>
            <a:ext cx="1914441" cy="1976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5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124160"/>
            <a:ext cx="2602885" cy="450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620797"/>
            <a:ext cx="2602885" cy="1479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2161454"/>
            <a:ext cx="679014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2161454"/>
            <a:ext cx="1018520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2161454"/>
            <a:ext cx="679014" cy="1241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718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301752" rtl="0" eaLnBrk="1" latinLnBrk="0" hangingPunct="1">
        <a:lnSpc>
          <a:spcPct val="90000"/>
        </a:lnSpc>
        <a:spcBef>
          <a:spcPct val="0"/>
        </a:spcBef>
        <a:buNone/>
        <a:defRPr sz="1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438" indent="-75438" algn="l" defTabSz="30175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924" kern="1200">
          <a:solidFill>
            <a:schemeClr val="tx1"/>
          </a:solidFill>
          <a:latin typeface="+mn-lt"/>
          <a:ea typeface="+mn-ea"/>
          <a:cs typeface="+mn-cs"/>
        </a:defRPr>
      </a:lvl1pPr>
      <a:lvl2pPr marL="22631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792" kern="1200">
          <a:solidFill>
            <a:schemeClr val="tx1"/>
          </a:solidFill>
          <a:latin typeface="+mn-lt"/>
          <a:ea typeface="+mn-ea"/>
          <a:cs typeface="+mn-cs"/>
        </a:defRPr>
      </a:lvl2pPr>
      <a:lvl3pPr marL="37719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2806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78942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829818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80694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131570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82446" indent="-75438" algn="l" defTabSz="301752" rtl="0" eaLnBrk="1" latinLnBrk="0" hangingPunct="1">
        <a:lnSpc>
          <a:spcPct val="90000"/>
        </a:lnSpc>
        <a:spcBef>
          <a:spcPts val="165"/>
        </a:spcBef>
        <a:buFont typeface="Arial" panose="020B0604020202020204" pitchFamily="34" charset="0"/>
        <a:buChar char="•"/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2pPr>
      <a:lvl3pPr marL="30175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3pPr>
      <a:lvl4pPr marL="45262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4pPr>
      <a:lvl5pPr marL="603504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6pPr>
      <a:lvl7pPr marL="905256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7pPr>
      <a:lvl8pPr marL="1056132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8pPr>
      <a:lvl9pPr marL="1207008" algn="l" defTabSz="301752" rtl="0" eaLnBrk="1" latinLnBrk="0" hangingPunct="1">
        <a:defRPr sz="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44E689-FAEF-474D-08C7-AEB7BB1E572C}"/>
              </a:ext>
            </a:extLst>
          </p:cNvPr>
          <p:cNvSpPr txBox="1"/>
          <p:nvPr/>
        </p:nvSpPr>
        <p:spPr>
          <a:xfrm>
            <a:off x="367765" y="1080698"/>
            <a:ext cx="195567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>
                <a:solidFill>
                  <a:srgbClr val="0070C0"/>
                </a:solidFill>
              </a:rPr>
              <a:t>tool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D5737-5939-C78C-7398-A096D9C374A1}"/>
              </a:ext>
            </a:extLst>
          </p:cNvPr>
          <p:cNvSpPr txBox="1"/>
          <p:nvPr/>
        </p:nvSpPr>
        <p:spPr>
          <a:xfrm>
            <a:off x="2459863" y="1072325"/>
            <a:ext cx="540212" cy="1046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>
                <a:solidFill>
                  <a:schemeClr val="accent2"/>
                </a:solidFill>
              </a:rPr>
              <a:t>knowledge</a:t>
            </a: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833FC674-F6E9-1397-83E0-604E0E2377F4}"/>
              </a:ext>
            </a:extLst>
          </p:cNvPr>
          <p:cNvCxnSpPr>
            <a:cxnSpLocks/>
            <a:endCxn id="23" idx="0"/>
          </p:cNvCxnSpPr>
          <p:nvPr/>
        </p:nvCxnSpPr>
        <p:spPr>
          <a:xfrm rot="10800000" flipV="1">
            <a:off x="607112" y="1110286"/>
            <a:ext cx="237370" cy="136131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9C47D77-8047-FC13-BC2C-82B0E3F07586}"/>
              </a:ext>
            </a:extLst>
          </p:cNvPr>
          <p:cNvSpPr txBox="1"/>
          <p:nvPr/>
        </p:nvSpPr>
        <p:spPr>
          <a:xfrm>
            <a:off x="267664" y="1246418"/>
            <a:ext cx="678905" cy="1231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colpackMCP</a:t>
            </a:r>
            <a:endParaRPr lang="en-US" sz="900" dirty="0"/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171BFBCE-E08E-540A-9220-E36B4DE3CCB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922319" y="1114453"/>
            <a:ext cx="509809" cy="131965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965419-25DA-64D1-B291-A85B53A97C88}"/>
              </a:ext>
            </a:extLst>
          </p:cNvPr>
          <p:cNvSpPr txBox="1"/>
          <p:nvPr/>
        </p:nvSpPr>
        <p:spPr>
          <a:xfrm>
            <a:off x="2107103" y="1246418"/>
            <a:ext cx="650050" cy="123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colpack.skill</a:t>
            </a:r>
            <a:endParaRPr lang="en-US" sz="9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7DE740-DE39-518A-BBB3-AFB9518BA48C}"/>
              </a:ext>
            </a:extLst>
          </p:cNvPr>
          <p:cNvSpPr txBox="1"/>
          <p:nvPr/>
        </p:nvSpPr>
        <p:spPr>
          <a:xfrm>
            <a:off x="469951" y="2001084"/>
            <a:ext cx="566694" cy="1231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 err="1"/>
              <a:t>colpack.py</a:t>
            </a:r>
            <a:endParaRPr lang="en-US" sz="900" dirty="0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17311B9-C39B-81F7-FB69-B8E66A24E5B0}"/>
              </a:ext>
            </a:extLst>
          </p:cNvPr>
          <p:cNvSpPr/>
          <p:nvPr/>
        </p:nvSpPr>
        <p:spPr>
          <a:xfrm>
            <a:off x="1439881" y="1941144"/>
            <a:ext cx="582776" cy="354357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initialize</a:t>
            </a:r>
          </a:p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compress</a:t>
            </a:r>
          </a:p>
          <a:p>
            <a:pPr>
              <a:lnSpc>
                <a:spcPct val="80000"/>
              </a:lnSpc>
            </a:pPr>
            <a:r>
              <a:rPr lang="en-US" sz="900" dirty="0">
                <a:solidFill>
                  <a:schemeClr val="tx1"/>
                </a:solidFill>
              </a:rPr>
              <a:t>sample</a:t>
            </a:r>
          </a:p>
        </p:txBody>
      </p:sp>
      <p:pic>
        <p:nvPicPr>
          <p:cNvPr id="42" name="Picture 41" descr="A picture containing stationary&#10;&#10;AI-generated content may be incorrect.">
            <a:extLst>
              <a:ext uri="{FF2B5EF4-FFF2-40B4-BE49-F238E27FC236}">
                <a16:creationId xmlns:a16="http://schemas.microsoft.com/office/drawing/2014/main" id="{A93491ED-3F51-D5AB-5560-9879933D3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05" t="19097" r="27594" b="49274"/>
          <a:stretch>
            <a:fillRect/>
          </a:stretch>
        </p:blipFill>
        <p:spPr>
          <a:xfrm>
            <a:off x="59092" y="1973437"/>
            <a:ext cx="348666" cy="310628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  <a:effectLst>
            <a:softEdge rad="0"/>
          </a:effectLst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3CBBA21B-970C-86BD-DECA-78FA4DD5F900}"/>
              </a:ext>
            </a:extLst>
          </p:cNvPr>
          <p:cNvGrpSpPr/>
          <p:nvPr/>
        </p:nvGrpSpPr>
        <p:grpSpPr>
          <a:xfrm>
            <a:off x="37847" y="1395652"/>
            <a:ext cx="1624105" cy="452178"/>
            <a:chOff x="1029858" y="780378"/>
            <a:chExt cx="1624105" cy="452178"/>
          </a:xfrm>
        </p:grpSpPr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4A93163F-A71F-D0B4-88EC-A5C181599074}"/>
                </a:ext>
              </a:extLst>
            </p:cNvPr>
            <p:cNvSpPr/>
            <p:nvPr/>
          </p:nvSpPr>
          <p:spPr>
            <a:xfrm>
              <a:off x="1029858" y="780378"/>
              <a:ext cx="1624105" cy="452178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 MCP tool: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-setup problem -run simulation  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-plan simulation -analyze data</a:t>
              </a:r>
            </a:p>
          </p:txBody>
        </p:sp>
        <p:sp>
          <p:nvSpPr>
            <p:cNvPr id="44" name="Rounded Rectangle 43">
              <a:extLst>
                <a:ext uri="{FF2B5EF4-FFF2-40B4-BE49-F238E27FC236}">
                  <a16:creationId xmlns:a16="http://schemas.microsoft.com/office/drawing/2014/main" id="{FBDC9D24-C2C7-7AA6-CAC3-2BF088BA4821}"/>
                </a:ext>
              </a:extLst>
            </p:cNvPr>
            <p:cNvSpPr/>
            <p:nvPr/>
          </p:nvSpPr>
          <p:spPr>
            <a:xfrm>
              <a:off x="1850648" y="949293"/>
              <a:ext cx="780949" cy="119223"/>
            </a:xfrm>
            <a:prstGeom prst="roundRect">
              <a:avLst>
                <a:gd name="adj" fmla="val 7724"/>
              </a:avLst>
            </a:prstGeom>
            <a:solidFill>
              <a:schemeClr val="accent6">
                <a:lumMod val="20000"/>
                <a:lumOff val="80000"/>
                <a:alpha val="39844"/>
              </a:schemeClr>
            </a:solidFill>
            <a:ln w="635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35729D9-49FE-4223-F6E2-009518E48B9B}"/>
              </a:ext>
            </a:extLst>
          </p:cNvPr>
          <p:cNvSpPr/>
          <p:nvPr/>
        </p:nvSpPr>
        <p:spPr>
          <a:xfrm>
            <a:off x="481378" y="2168851"/>
            <a:ext cx="887581" cy="125632"/>
          </a:xfrm>
          <a:prstGeom prst="roundRect">
            <a:avLst>
              <a:gd name="adj" fmla="val 7724"/>
            </a:avLst>
          </a:prstGeom>
          <a:solidFill>
            <a:schemeClr val="accent6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rIns="0" rtlCol="0" anchor="ctr" anchorCtr="1"/>
          <a:lstStyle/>
          <a:p>
            <a:r>
              <a:rPr lang="en-US" sz="900" dirty="0">
                <a:solidFill>
                  <a:schemeClr val="tx1"/>
                </a:solidFill>
              </a:rPr>
              <a:t>workflow scripts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B2C1CB-95CB-DC08-0DA1-44F227979212}"/>
              </a:ext>
            </a:extLst>
          </p:cNvPr>
          <p:cNvSpPr txBox="1"/>
          <p:nvPr/>
        </p:nvSpPr>
        <p:spPr>
          <a:xfrm>
            <a:off x="2329649" y="1952871"/>
            <a:ext cx="547458" cy="123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lIns="9144" tIns="18288" rIns="9144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900" dirty="0"/>
              <a:t>MC engine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40A2F5F-3B47-713E-DBE0-8B010C120D3C}"/>
              </a:ext>
            </a:extLst>
          </p:cNvPr>
          <p:cNvGrpSpPr/>
          <p:nvPr/>
        </p:nvGrpSpPr>
        <p:grpSpPr>
          <a:xfrm>
            <a:off x="2084457" y="1394136"/>
            <a:ext cx="906725" cy="450998"/>
            <a:chOff x="2310669" y="828449"/>
            <a:chExt cx="906725" cy="450998"/>
          </a:xfrm>
        </p:grpSpPr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BDC0CE4A-AF56-B22D-AD16-B61B4B43300C}"/>
                </a:ext>
              </a:extLst>
            </p:cNvPr>
            <p:cNvSpPr/>
            <p:nvPr/>
          </p:nvSpPr>
          <p:spPr>
            <a:xfrm>
              <a:off x="2310669" y="828449"/>
              <a:ext cx="906725" cy="450998"/>
            </a:xfrm>
            <a:prstGeom prst="roundRect">
              <a:avLst>
                <a:gd name="adj" fmla="val 7724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r>
                <a:rPr lang="en-US" sz="900" dirty="0" err="1">
                  <a:solidFill>
                    <a:schemeClr val="tx1"/>
                  </a:solidFill>
                </a:rPr>
                <a:t>SKILL.md</a:t>
              </a:r>
              <a:endParaRPr lang="en-US" sz="900" dirty="0">
                <a:solidFill>
                  <a:schemeClr val="tx1"/>
                </a:solidFill>
              </a:endParaRPr>
            </a:p>
            <a:p>
              <a:r>
                <a:rPr lang="en-US" sz="900" dirty="0">
                  <a:solidFill>
                    <a:schemeClr val="tx1"/>
                  </a:solidFill>
                </a:rPr>
                <a:t>-setup  -execute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-plan    - analyze</a:t>
              </a:r>
            </a:p>
          </p:txBody>
        </p:sp>
        <p:sp>
          <p:nvSpPr>
            <p:cNvPr id="81" name="Rounded Rectangle 80">
              <a:extLst>
                <a:ext uri="{FF2B5EF4-FFF2-40B4-BE49-F238E27FC236}">
                  <a16:creationId xmlns:a16="http://schemas.microsoft.com/office/drawing/2014/main" id="{54B20053-B8A1-28A4-1D23-6E70E91FB58A}"/>
                </a:ext>
              </a:extLst>
            </p:cNvPr>
            <p:cNvSpPr/>
            <p:nvPr/>
          </p:nvSpPr>
          <p:spPr>
            <a:xfrm>
              <a:off x="2338853" y="993106"/>
              <a:ext cx="854560" cy="252156"/>
            </a:xfrm>
            <a:prstGeom prst="roundRect">
              <a:avLst>
                <a:gd name="adj" fmla="val 7724"/>
              </a:avLst>
            </a:prstGeom>
            <a:solidFill>
              <a:schemeClr val="accent1">
                <a:lumMod val="20000"/>
                <a:lumOff val="80000"/>
                <a:alpha val="4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rIns="0" rtlCol="0" anchor="ctr" anchorCtr="1"/>
            <a:lstStyle/>
            <a:p>
              <a:pPr>
                <a:lnSpc>
                  <a:spcPct val="150000"/>
                </a:lnSpc>
              </a:pPr>
              <a:endParaRPr lang="en-US" sz="9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9BC1374A-3D3B-0C76-547D-C90BD138641D}"/>
              </a:ext>
            </a:extLst>
          </p:cNvPr>
          <p:cNvSpPr/>
          <p:nvPr/>
        </p:nvSpPr>
        <p:spPr>
          <a:xfrm>
            <a:off x="2057882" y="1201694"/>
            <a:ext cx="952040" cy="663926"/>
          </a:xfrm>
          <a:prstGeom prst="roundRect">
            <a:avLst>
              <a:gd name="adj" fmla="val 4785"/>
            </a:avLst>
          </a:prstGeom>
          <a:noFill/>
          <a:ln w="127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D1DD7A-47BC-4377-F8EE-EDF96125B43B}"/>
              </a:ext>
            </a:extLst>
          </p:cNvPr>
          <p:cNvGrpSpPr/>
          <p:nvPr/>
        </p:nvGrpSpPr>
        <p:grpSpPr>
          <a:xfrm>
            <a:off x="875488" y="930554"/>
            <a:ext cx="1030249" cy="275459"/>
            <a:chOff x="1147024" y="684594"/>
            <a:chExt cx="1030249" cy="275459"/>
          </a:xfrm>
        </p:grpSpPr>
        <p:pic>
          <p:nvPicPr>
            <p:cNvPr id="6" name="Picture 5" descr="Shape&#10;&#10;AI-generated content may be incorrect.">
              <a:extLst>
                <a:ext uri="{FF2B5EF4-FFF2-40B4-BE49-F238E27FC236}">
                  <a16:creationId xmlns:a16="http://schemas.microsoft.com/office/drawing/2014/main" id="{7E330327-B5E4-3BBE-D224-3977AC10B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1814" y="684594"/>
              <a:ext cx="275459" cy="275459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91D16378-CDE6-DC38-03E4-16985056C6C2}"/>
                </a:ext>
              </a:extLst>
            </p:cNvPr>
            <p:cNvSpPr txBox="1"/>
            <p:nvPr/>
          </p:nvSpPr>
          <p:spPr>
            <a:xfrm>
              <a:off x="1147024" y="783421"/>
              <a:ext cx="723789" cy="123111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lIns="9144" tIns="18288" rIns="9144" bIns="0" rtlCol="0">
              <a:spAutoFit/>
            </a:bodyPr>
            <a:lstStyle/>
            <a:p>
              <a:pPr algn="ctr">
                <a:lnSpc>
                  <a:spcPct val="70000"/>
                </a:lnSpc>
              </a:pPr>
              <a:r>
                <a:rPr lang="en-US" sz="900" dirty="0"/>
                <a:t>ColPackAgent</a:t>
              </a:r>
            </a:p>
          </p:txBody>
        </p:sp>
      </p:grpSp>
      <p:pic>
        <p:nvPicPr>
          <p:cNvPr id="1026" name="Picture 2" descr="Logo - HOOMD-blue 6.1.1 documentation">
            <a:extLst>
              <a:ext uri="{FF2B5EF4-FFF2-40B4-BE49-F238E27FC236}">
                <a16:creationId xmlns:a16="http://schemas.microsoft.com/office/drawing/2014/main" id="{4AF29059-727B-2B5C-0FDE-0219FA311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554" y="2122954"/>
            <a:ext cx="892647" cy="14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Freeform 30">
            <a:extLst>
              <a:ext uri="{FF2B5EF4-FFF2-40B4-BE49-F238E27FC236}">
                <a16:creationId xmlns:a16="http://schemas.microsoft.com/office/drawing/2014/main" id="{EF346784-FE10-0130-AB52-FDC5988DA50F}"/>
              </a:ext>
            </a:extLst>
          </p:cNvPr>
          <p:cNvSpPr/>
          <p:nvPr/>
        </p:nvSpPr>
        <p:spPr>
          <a:xfrm>
            <a:off x="7916" y="1201704"/>
            <a:ext cx="3000500" cy="1116281"/>
          </a:xfrm>
          <a:custGeom>
            <a:avLst/>
            <a:gdLst>
              <a:gd name="csX0" fmla="*/ 15834 w 2996541"/>
              <a:gd name="csY0" fmla="*/ 0 h 1112322"/>
              <a:gd name="csX1" fmla="*/ 1717964 w 2996541"/>
              <a:gd name="csY1" fmla="*/ 0 h 1112322"/>
              <a:gd name="csX2" fmla="*/ 1717964 w 2996541"/>
              <a:gd name="csY2" fmla="*/ 15834 h 1112322"/>
              <a:gd name="csX3" fmla="*/ 1717964 w 2996541"/>
              <a:gd name="csY3" fmla="*/ 700644 h 1112322"/>
              <a:gd name="csX4" fmla="*/ 2996541 w 2996541"/>
              <a:gd name="csY4" fmla="*/ 700644 h 1112322"/>
              <a:gd name="csX5" fmla="*/ 2996541 w 2996541"/>
              <a:gd name="csY5" fmla="*/ 744187 h 1112322"/>
              <a:gd name="csX6" fmla="*/ 2996541 w 2996541"/>
              <a:gd name="csY6" fmla="*/ 1112322 h 1112322"/>
              <a:gd name="csX7" fmla="*/ 0 w 2996541"/>
              <a:gd name="csY7" fmla="*/ 1112322 h 1112322"/>
              <a:gd name="csX8" fmla="*/ 15834 w 2996541"/>
              <a:gd name="csY8" fmla="*/ 0 h 1112322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25881 w 3004458"/>
              <a:gd name="csY2" fmla="*/ 19793 h 1116281"/>
              <a:gd name="csX3" fmla="*/ 1725881 w 3004458"/>
              <a:gd name="csY3" fmla="*/ 704603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81689 w 3004458"/>
              <a:gd name="csY2" fmla="*/ 15500 h 1116281"/>
              <a:gd name="csX3" fmla="*/ 1725881 w 3004458"/>
              <a:gd name="csY3" fmla="*/ 704603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81689 w 3004458"/>
              <a:gd name="csY2" fmla="*/ 15500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94568 w 3004458"/>
              <a:gd name="csY2" fmla="*/ 19793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  <a:gd name="csX0" fmla="*/ 0 w 3004458"/>
              <a:gd name="csY0" fmla="*/ 0 h 1116281"/>
              <a:gd name="csX1" fmla="*/ 1725881 w 3004458"/>
              <a:gd name="csY1" fmla="*/ 3959 h 1116281"/>
              <a:gd name="csX2" fmla="*/ 1798861 w 3004458"/>
              <a:gd name="csY2" fmla="*/ 2621 h 1116281"/>
              <a:gd name="csX3" fmla="*/ 1790275 w 3004458"/>
              <a:gd name="csY3" fmla="*/ 713189 h 1116281"/>
              <a:gd name="csX4" fmla="*/ 3004458 w 3004458"/>
              <a:gd name="csY4" fmla="*/ 704603 h 1116281"/>
              <a:gd name="csX5" fmla="*/ 3004458 w 3004458"/>
              <a:gd name="csY5" fmla="*/ 748146 h 1116281"/>
              <a:gd name="csX6" fmla="*/ 3004458 w 3004458"/>
              <a:gd name="csY6" fmla="*/ 1116281 h 1116281"/>
              <a:gd name="csX7" fmla="*/ 7917 w 3004458"/>
              <a:gd name="csY7" fmla="*/ 1116281 h 1116281"/>
              <a:gd name="csX8" fmla="*/ 0 w 3004458"/>
              <a:gd name="csY8" fmla="*/ 0 h 11162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3004458" h="1116281">
                <a:moveTo>
                  <a:pt x="0" y="0"/>
                </a:moveTo>
                <a:lnTo>
                  <a:pt x="1725881" y="3959"/>
                </a:lnTo>
                <a:lnTo>
                  <a:pt x="1798861" y="2621"/>
                </a:lnTo>
                <a:lnTo>
                  <a:pt x="1790275" y="713189"/>
                </a:lnTo>
                <a:lnTo>
                  <a:pt x="3004458" y="704603"/>
                </a:lnTo>
                <a:lnTo>
                  <a:pt x="3004458" y="748146"/>
                </a:lnTo>
                <a:lnTo>
                  <a:pt x="3004458" y="1116281"/>
                </a:lnTo>
                <a:lnTo>
                  <a:pt x="7917" y="1116281"/>
                </a:lnTo>
                <a:lnTo>
                  <a:pt x="0" y="0"/>
                </a:lnTo>
                <a:close/>
              </a:path>
            </a:pathLst>
          </a:custGeom>
          <a:noFill/>
          <a:ln w="127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10E2CEA6-25BE-0338-4FCC-1D51BD3E2A7A}"/>
              </a:ext>
            </a:extLst>
          </p:cNvPr>
          <p:cNvCxnSpPr>
            <a:cxnSpLocks/>
            <a:stCxn id="81" idx="1"/>
          </p:cNvCxnSpPr>
          <p:nvPr/>
        </p:nvCxnSpPr>
        <p:spPr>
          <a:xfrm rot="10800000">
            <a:off x="1667771" y="1465489"/>
            <a:ext cx="444871" cy="21938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DEDDCCCF-47BA-10F7-C302-6C576AE92CE3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843163" y="1854566"/>
            <a:ext cx="331018" cy="317565"/>
          </a:xfrm>
          <a:prstGeom prst="bentConnector3">
            <a:avLst>
              <a:gd name="adj1" fmla="val 27953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B76783F9-7979-6765-7F9E-148EF8198EB1}"/>
              </a:ext>
            </a:extLst>
          </p:cNvPr>
          <p:cNvCxnSpPr>
            <a:cxnSpLocks/>
            <a:stCxn id="44" idx="3"/>
            <a:endCxn id="41" idx="0"/>
          </p:cNvCxnSpPr>
          <p:nvPr/>
        </p:nvCxnSpPr>
        <p:spPr>
          <a:xfrm>
            <a:off x="1639586" y="1624189"/>
            <a:ext cx="91693" cy="316955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A1F3E1E-BDD0-B6C6-2E72-929FEF222D68}"/>
              </a:ext>
            </a:extLst>
          </p:cNvPr>
          <p:cNvCxnSpPr>
            <a:cxnSpLocks/>
          </p:cNvCxnSpPr>
          <p:nvPr/>
        </p:nvCxnSpPr>
        <p:spPr>
          <a:xfrm flipV="1">
            <a:off x="2030627" y="2013348"/>
            <a:ext cx="271746" cy="415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84986DC-D303-5D08-5C68-73495EB725E5}"/>
              </a:ext>
            </a:extLst>
          </p:cNvPr>
          <p:cNvGrpSpPr/>
          <p:nvPr/>
        </p:nvGrpSpPr>
        <p:grpSpPr>
          <a:xfrm>
            <a:off x="13275" y="22582"/>
            <a:ext cx="2985824" cy="896418"/>
            <a:chOff x="13275" y="34488"/>
            <a:chExt cx="2985824" cy="89641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5D9704CF-E9F6-2A3C-A524-4442D454919A}"/>
                </a:ext>
              </a:extLst>
            </p:cNvPr>
            <p:cNvSpPr/>
            <p:nvPr/>
          </p:nvSpPr>
          <p:spPr>
            <a:xfrm>
              <a:off x="13275" y="34488"/>
              <a:ext cx="2985824" cy="896418"/>
            </a:xfrm>
            <a:prstGeom prst="roundRect">
              <a:avLst>
                <a:gd name="adj" fmla="val 4785"/>
              </a:avLst>
            </a:pr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C29A57A-0F07-A693-5BB4-B1272C0DCA07}"/>
                </a:ext>
              </a:extLst>
            </p:cNvPr>
            <p:cNvGrpSpPr/>
            <p:nvPr/>
          </p:nvGrpSpPr>
          <p:grpSpPr>
            <a:xfrm>
              <a:off x="37843" y="219975"/>
              <a:ext cx="867031" cy="549300"/>
              <a:chOff x="37843" y="175525"/>
              <a:chExt cx="867031" cy="549300"/>
            </a:xfrm>
          </p:grpSpPr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93850FA6-6385-A440-35FB-8DAE2C2FCD65}"/>
                  </a:ext>
                </a:extLst>
              </p:cNvPr>
              <p:cNvSpPr/>
              <p:nvPr/>
            </p:nvSpPr>
            <p:spPr>
              <a:xfrm>
                <a:off x="37843" y="303644"/>
                <a:ext cx="867031" cy="421181"/>
              </a:xfrm>
              <a:prstGeom prst="roundRect">
                <a:avLst>
                  <a:gd name="adj" fmla="val 7724"/>
                </a:avLst>
              </a:prstGeom>
              <a:solidFill>
                <a:schemeClr val="bg1">
                  <a:lumMod val="8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rIns="0" rtlCol="0" anchor="ctr" anchorCtr="1"/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dimension? </a:t>
                </a:r>
              </a:p>
              <a:p>
                <a:r>
                  <a:rPr lang="en-US" sz="900" dirty="0">
                    <a:solidFill>
                      <a:schemeClr val="tx1"/>
                    </a:solidFill>
                  </a:rPr>
                  <a:t>particles shape? </a:t>
                </a:r>
              </a:p>
              <a:p>
                <a:r>
                  <a:rPr lang="en-US" sz="900" dirty="0">
                    <a:solidFill>
                      <a:schemeClr val="tx1"/>
                    </a:solidFill>
                  </a:rPr>
                  <a:t>ensemble?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997990-C9A8-DE69-5C07-EB64F8DC1118}"/>
                  </a:ext>
                </a:extLst>
              </p:cNvPr>
              <p:cNvSpPr txBox="1"/>
              <p:nvPr/>
            </p:nvSpPr>
            <p:spPr>
              <a:xfrm>
                <a:off x="84372" y="175525"/>
                <a:ext cx="775084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define problem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F7557DF-D3EE-0920-7CB9-60D4E1E7586A}"/>
                </a:ext>
              </a:extLst>
            </p:cNvPr>
            <p:cNvGrpSpPr/>
            <p:nvPr/>
          </p:nvGrpSpPr>
          <p:grpSpPr>
            <a:xfrm>
              <a:off x="1069768" y="50651"/>
              <a:ext cx="1059010" cy="412622"/>
              <a:chOff x="1069768" y="50651"/>
              <a:chExt cx="1059010" cy="412622"/>
            </a:xfrm>
          </p:grpSpPr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39BA5F26-0CCF-5843-0D07-8A353297D5C0}"/>
                  </a:ext>
                </a:extLst>
              </p:cNvPr>
              <p:cNvSpPr/>
              <p:nvPr/>
            </p:nvSpPr>
            <p:spPr>
              <a:xfrm>
                <a:off x="1069768" y="179628"/>
                <a:ext cx="1059010" cy="283645"/>
              </a:xfrm>
              <a:prstGeom prst="roundRect">
                <a:avLst>
                  <a:gd name="adj" fmla="val 7724"/>
                </a:avLst>
              </a:prstGeom>
              <a:solidFill>
                <a:schemeClr val="bg1">
                  <a:lumMod val="8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rIns="0" rtlCol="0" anchor="ctr" anchorCtr="1"/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baseline parameter?</a:t>
                </a:r>
              </a:p>
              <a:p>
                <a:r>
                  <a:rPr lang="en-US" sz="900" dirty="0">
                    <a:solidFill>
                      <a:schemeClr val="tx1"/>
                    </a:solidFill>
                  </a:rPr>
                  <a:t>tunable parameter?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516D47-5A59-A9FB-6B45-52DD0B78AB0C}"/>
                  </a:ext>
                </a:extLst>
              </p:cNvPr>
              <p:cNvSpPr txBox="1"/>
              <p:nvPr/>
            </p:nvSpPr>
            <p:spPr>
              <a:xfrm>
                <a:off x="1218843" y="50651"/>
                <a:ext cx="791114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plan simulation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AB7D26C-245D-5C7B-84D0-BB9B53E6CAF5}"/>
                </a:ext>
              </a:extLst>
            </p:cNvPr>
            <p:cNvGrpSpPr/>
            <p:nvPr/>
          </p:nvGrpSpPr>
          <p:grpSpPr>
            <a:xfrm>
              <a:off x="1088709" y="602497"/>
              <a:ext cx="1059010" cy="299746"/>
              <a:chOff x="1088709" y="602497"/>
              <a:chExt cx="1059010" cy="299746"/>
            </a:xfrm>
          </p:grpSpPr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05837E26-77AA-C135-BD2F-CC0E9E0D5645}"/>
                  </a:ext>
                </a:extLst>
              </p:cNvPr>
              <p:cNvSpPr/>
              <p:nvPr/>
            </p:nvSpPr>
            <p:spPr>
              <a:xfrm>
                <a:off x="1088709" y="733787"/>
                <a:ext cx="1059010" cy="168456"/>
              </a:xfrm>
              <a:prstGeom prst="roundRect">
                <a:avLst>
                  <a:gd name="adj" fmla="val 7724"/>
                </a:avLst>
              </a:prstGeom>
              <a:solidFill>
                <a:schemeClr val="bg1">
                  <a:lumMod val="8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rIns="0" rtlCol="0" anchor="ctr" anchorCtr="1"/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simulation engine?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27812E-A7D1-161D-3882-085855078C0E}"/>
                  </a:ext>
                </a:extLst>
              </p:cNvPr>
              <p:cNvSpPr txBox="1"/>
              <p:nvPr/>
            </p:nvSpPr>
            <p:spPr>
              <a:xfrm>
                <a:off x="1249106" y="602497"/>
                <a:ext cx="738215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run simulation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01039CA-EC53-2313-E8E1-4600E304F08A}"/>
                </a:ext>
              </a:extLst>
            </p:cNvPr>
            <p:cNvGrpSpPr/>
            <p:nvPr/>
          </p:nvGrpSpPr>
          <p:grpSpPr>
            <a:xfrm>
              <a:off x="2302373" y="264127"/>
              <a:ext cx="646845" cy="431071"/>
              <a:chOff x="2302373" y="264127"/>
              <a:chExt cx="646845" cy="431071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58770757-CB21-00FA-F9DE-22C8FC84E551}"/>
                  </a:ext>
                </a:extLst>
              </p:cNvPr>
              <p:cNvSpPr/>
              <p:nvPr/>
            </p:nvSpPr>
            <p:spPr>
              <a:xfrm>
                <a:off x="2321756" y="392296"/>
                <a:ext cx="597038" cy="302902"/>
              </a:xfrm>
              <a:prstGeom prst="roundRect">
                <a:avLst>
                  <a:gd name="adj" fmla="val 7724"/>
                </a:avLst>
              </a:prstGeom>
              <a:solidFill>
                <a:schemeClr val="bg1">
                  <a:lumMod val="8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rIns="0" rtlCol="0" anchor="ctr" anchorCtr="1"/>
              <a:lstStyle/>
              <a:p>
                <a:r>
                  <a:rPr lang="en-US" sz="900" dirty="0">
                    <a:solidFill>
                      <a:schemeClr val="tx1"/>
                    </a:solidFill>
                  </a:rPr>
                  <a:t>order? </a:t>
                </a:r>
              </a:p>
              <a:p>
                <a:r>
                  <a:rPr lang="en-US" sz="900" dirty="0">
                    <a:solidFill>
                      <a:schemeClr val="tx1"/>
                    </a:solidFill>
                  </a:rPr>
                  <a:t>density?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92287BF-BAF4-A531-A8A0-AEB1ABA787D8}"/>
                  </a:ext>
                </a:extLst>
              </p:cNvPr>
              <p:cNvSpPr txBox="1"/>
              <p:nvPr/>
            </p:nvSpPr>
            <p:spPr>
              <a:xfrm>
                <a:off x="2302373" y="264127"/>
                <a:ext cx="646845" cy="1231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9144" tIns="18288" rIns="9144" bIns="0" rtlCol="0">
                <a:spAutoFit/>
              </a:bodyPr>
              <a:lstStyle/>
              <a:p>
                <a:pPr algn="ctr">
                  <a:lnSpc>
                    <a:spcPct val="70000"/>
                  </a:lnSpc>
                </a:pPr>
                <a:r>
                  <a:rPr lang="en-US" sz="900" dirty="0"/>
                  <a:t>analyze data</a:t>
                </a:r>
              </a:p>
            </p:txBody>
          </p:sp>
        </p:grpSp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4BF9AF6E-B36B-C078-AEA5-5147329FCC6D}"/>
                </a:ext>
              </a:extLst>
            </p:cNvPr>
            <p:cNvSpPr/>
            <p:nvPr/>
          </p:nvSpPr>
          <p:spPr>
            <a:xfrm rot="20448775">
              <a:off x="928538" y="334384"/>
              <a:ext cx="120650" cy="105708"/>
            </a:xfrm>
            <a:prstGeom prst="rightArrow">
              <a:avLst/>
            </a:prstGeom>
            <a:gradFill flip="none" rotWithShape="1">
              <a:gsLst>
                <a:gs pos="98000">
                  <a:schemeClr val="tx1"/>
                </a:gs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>
                    <a:lumMod val="85000"/>
                  </a:schemeClr>
                </a:gs>
                <a:gs pos="78000">
                  <a:schemeClr val="bg1">
                    <a:lumMod val="75000"/>
                  </a:schemeClr>
                </a:gs>
                <a:gs pos="92000">
                  <a:schemeClr val="tx1">
                    <a:lumMod val="65000"/>
                    <a:lumOff val="35000"/>
                  </a:schemeClr>
                </a:gs>
              </a:gsLst>
              <a:lin ang="0" scaled="1"/>
              <a:tileRect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Arrow 29">
              <a:extLst>
                <a:ext uri="{FF2B5EF4-FFF2-40B4-BE49-F238E27FC236}">
                  <a16:creationId xmlns:a16="http://schemas.microsoft.com/office/drawing/2014/main" id="{520CF0CB-F126-64AE-F88C-64562EDAAF88}"/>
                </a:ext>
              </a:extLst>
            </p:cNvPr>
            <p:cNvSpPr/>
            <p:nvPr/>
          </p:nvSpPr>
          <p:spPr>
            <a:xfrm rot="5400000">
              <a:off x="1548769" y="487044"/>
              <a:ext cx="120650" cy="105708"/>
            </a:xfrm>
            <a:prstGeom prst="rightArrow">
              <a:avLst/>
            </a:prstGeom>
            <a:gradFill flip="none" rotWithShape="1">
              <a:gsLst>
                <a:gs pos="98000">
                  <a:schemeClr val="tx1"/>
                </a:gs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>
                    <a:lumMod val="85000"/>
                  </a:schemeClr>
                </a:gs>
                <a:gs pos="78000">
                  <a:schemeClr val="bg1">
                    <a:lumMod val="75000"/>
                  </a:schemeClr>
                </a:gs>
                <a:gs pos="92000">
                  <a:schemeClr val="tx1">
                    <a:lumMod val="65000"/>
                    <a:lumOff val="35000"/>
                  </a:schemeClr>
                </a:gs>
              </a:gsLst>
              <a:lin ang="0" scaled="1"/>
              <a:tileRect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848C1F7B-46BD-0BF4-19E6-98C0C87D9CB1}"/>
                </a:ext>
              </a:extLst>
            </p:cNvPr>
            <p:cNvSpPr/>
            <p:nvPr/>
          </p:nvSpPr>
          <p:spPr>
            <a:xfrm rot="19173913">
              <a:off x="2164942" y="589216"/>
              <a:ext cx="120650" cy="105708"/>
            </a:xfrm>
            <a:prstGeom prst="rightArrow">
              <a:avLst/>
            </a:prstGeom>
            <a:gradFill flip="none" rotWithShape="1">
              <a:gsLst>
                <a:gs pos="98000">
                  <a:schemeClr val="tx1"/>
                </a:gs>
                <a:gs pos="0">
                  <a:schemeClr val="accent1">
                    <a:lumMod val="5000"/>
                    <a:lumOff val="95000"/>
                  </a:schemeClr>
                </a:gs>
                <a:gs pos="49000">
                  <a:schemeClr val="bg1">
                    <a:lumMod val="85000"/>
                  </a:schemeClr>
                </a:gs>
                <a:gs pos="78000">
                  <a:schemeClr val="bg1">
                    <a:lumMod val="75000"/>
                  </a:schemeClr>
                </a:gs>
                <a:gs pos="92000">
                  <a:schemeClr val="tx1">
                    <a:lumMod val="65000"/>
                    <a:lumOff val="35000"/>
                  </a:schemeClr>
                </a:gs>
              </a:gsLst>
              <a:lin ang="0" scaled="1"/>
              <a:tileRect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0780009-97AC-912A-42B4-8BC92A15C48A}"/>
              </a:ext>
            </a:extLst>
          </p:cNvPr>
          <p:cNvSpPr txBox="1"/>
          <p:nvPr/>
        </p:nvSpPr>
        <p:spPr>
          <a:xfrm>
            <a:off x="-34449" y="-7620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2773F3-5D26-6360-3FCA-B278B689D873}"/>
              </a:ext>
            </a:extLst>
          </p:cNvPr>
          <p:cNvSpPr txBox="1"/>
          <p:nvPr/>
        </p:nvSpPr>
        <p:spPr>
          <a:xfrm>
            <a:off x="-43974" y="970862"/>
            <a:ext cx="3193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4233</TotalTime>
  <Words>79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678</cp:revision>
  <dcterms:created xsi:type="dcterms:W3CDTF">2025-06-28T21:43:08Z</dcterms:created>
  <dcterms:modified xsi:type="dcterms:W3CDTF">2026-04-12T17:29:49Z</dcterms:modified>
</cp:coreProperties>
</file>