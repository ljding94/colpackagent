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3"/>
  </p:notesMasterIdLst>
  <p:sldIdLst>
    <p:sldId id="258" r:id="rId2"/>
  </p:sldIdLst>
  <p:sldSz cx="3017838" cy="2332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3"/>
    <p:restoredTop sz="94691"/>
  </p:normalViewPr>
  <p:slideViewPr>
    <p:cSldViewPr snapToGrid="0">
      <p:cViewPr>
        <p:scale>
          <a:sx n="312" d="100"/>
          <a:sy n="312" d="100"/>
        </p:scale>
        <p:origin x="2912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381655"/>
            <a:ext cx="2565162" cy="811895"/>
          </a:xfrm>
        </p:spPr>
        <p:txBody>
          <a:bodyPr anchor="b"/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1224860"/>
            <a:ext cx="2263379" cy="563036"/>
          </a:xfrm>
        </p:spPr>
        <p:txBody>
          <a:bodyPr/>
          <a:lstStyle>
            <a:lvl1pPr marL="0" indent="0" algn="ctr">
              <a:buNone/>
              <a:defRPr sz="792"/>
            </a:lvl1pPr>
            <a:lvl2pPr marL="150876" indent="0" algn="ctr">
              <a:buNone/>
              <a:defRPr sz="660"/>
            </a:lvl2pPr>
            <a:lvl3pPr marL="301752" indent="0" algn="ctr">
              <a:buNone/>
              <a:defRPr sz="594"/>
            </a:lvl3pPr>
            <a:lvl4pPr marL="452628" indent="0" algn="ctr">
              <a:buNone/>
              <a:defRPr sz="528"/>
            </a:lvl4pPr>
            <a:lvl5pPr marL="603504" indent="0" algn="ctr">
              <a:buNone/>
              <a:defRPr sz="528"/>
            </a:lvl5pPr>
            <a:lvl6pPr marL="754380" indent="0" algn="ctr">
              <a:buNone/>
              <a:defRPr sz="528"/>
            </a:lvl6pPr>
            <a:lvl7pPr marL="905256" indent="0" algn="ctr">
              <a:buNone/>
              <a:defRPr sz="528"/>
            </a:lvl7pPr>
            <a:lvl8pPr marL="1056132" indent="0" algn="ctr">
              <a:buNone/>
              <a:defRPr sz="528"/>
            </a:lvl8pPr>
            <a:lvl9pPr marL="1207008" indent="0" algn="ctr">
              <a:buNone/>
              <a:defRPr sz="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3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6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581391"/>
            <a:ext cx="2602885" cy="970063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1560631"/>
            <a:ext cx="2602885" cy="510133"/>
          </a:xfrm>
        </p:spPr>
        <p:txBody>
          <a:bodyPr/>
          <a:lstStyle>
            <a:lvl1pPr marL="0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1pPr>
            <a:lvl2pPr marL="150876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2pPr>
            <a:lvl3pPr marL="301752" indent="0">
              <a:buNone/>
              <a:defRPr sz="594">
                <a:solidFill>
                  <a:schemeClr val="tx1">
                    <a:tint val="82000"/>
                  </a:schemeClr>
                </a:solidFill>
              </a:defRPr>
            </a:lvl3pPr>
            <a:lvl4pPr marL="45262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4pPr>
            <a:lvl5pPr marL="603504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5pPr>
            <a:lvl6pPr marL="754380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6pPr>
            <a:lvl7pPr marL="905256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7pPr>
            <a:lvl8pPr marL="1056132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8pPr>
            <a:lvl9pPr marL="120700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4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620797"/>
            <a:ext cx="1282581" cy="1479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620797"/>
            <a:ext cx="1282581" cy="1479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24160"/>
            <a:ext cx="2602885" cy="450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571674"/>
            <a:ext cx="1276687" cy="280168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851842"/>
            <a:ext cx="1276687" cy="1252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571674"/>
            <a:ext cx="1282974" cy="280168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851842"/>
            <a:ext cx="1282974" cy="1252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1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7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55469"/>
            <a:ext cx="973331" cy="54414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335771"/>
            <a:ext cx="1527780" cy="1657258"/>
          </a:xfrm>
        </p:spPr>
        <p:txBody>
          <a:bodyPr/>
          <a:lstStyle>
            <a:lvl1pPr>
              <a:defRPr sz="1056"/>
            </a:lvl1pPr>
            <a:lvl2pPr>
              <a:defRPr sz="924"/>
            </a:lvl2pPr>
            <a:lvl3pPr>
              <a:defRPr sz="792"/>
            </a:lvl3pPr>
            <a:lvl4pPr>
              <a:defRPr sz="660"/>
            </a:lvl4pPr>
            <a:lvl5pPr>
              <a:defRPr sz="660"/>
            </a:lvl5pPr>
            <a:lvl6pPr>
              <a:defRPr sz="660"/>
            </a:lvl6pPr>
            <a:lvl7pPr>
              <a:defRPr sz="660"/>
            </a:lvl7pPr>
            <a:lvl8pPr>
              <a:defRPr sz="660"/>
            </a:lvl8pPr>
            <a:lvl9pPr>
              <a:defRPr sz="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699611"/>
            <a:ext cx="973331" cy="1296117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6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55469"/>
            <a:ext cx="973331" cy="54414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335771"/>
            <a:ext cx="1527780" cy="1657258"/>
          </a:xfrm>
        </p:spPr>
        <p:txBody>
          <a:bodyPr anchor="t"/>
          <a:lstStyle>
            <a:lvl1pPr marL="0" indent="0">
              <a:buNone/>
              <a:defRPr sz="1056"/>
            </a:lvl1pPr>
            <a:lvl2pPr marL="150876" indent="0">
              <a:buNone/>
              <a:defRPr sz="924"/>
            </a:lvl2pPr>
            <a:lvl3pPr marL="301752" indent="0">
              <a:buNone/>
              <a:defRPr sz="792"/>
            </a:lvl3pPr>
            <a:lvl4pPr marL="452628" indent="0">
              <a:buNone/>
              <a:defRPr sz="660"/>
            </a:lvl4pPr>
            <a:lvl5pPr marL="603504" indent="0">
              <a:buNone/>
              <a:defRPr sz="660"/>
            </a:lvl5pPr>
            <a:lvl6pPr marL="754380" indent="0">
              <a:buNone/>
              <a:defRPr sz="660"/>
            </a:lvl6pPr>
            <a:lvl7pPr marL="905256" indent="0">
              <a:buNone/>
              <a:defRPr sz="660"/>
            </a:lvl7pPr>
            <a:lvl8pPr marL="1056132" indent="0">
              <a:buNone/>
              <a:defRPr sz="660"/>
            </a:lvl8pPr>
            <a:lvl9pPr marL="1207008" indent="0">
              <a:buNone/>
              <a:defRPr sz="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699611"/>
            <a:ext cx="973331" cy="1296117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7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124160"/>
            <a:ext cx="650721" cy="1976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124160"/>
            <a:ext cx="1914441" cy="1976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5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124160"/>
            <a:ext cx="2602885" cy="450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620797"/>
            <a:ext cx="2602885" cy="1479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2161454"/>
            <a:ext cx="679014" cy="124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2161454"/>
            <a:ext cx="1018520" cy="124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2161454"/>
            <a:ext cx="679014" cy="124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1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301752" rtl="0" eaLnBrk="1" latinLnBrk="0" hangingPunct="1">
        <a:lnSpc>
          <a:spcPct val="90000"/>
        </a:lnSpc>
        <a:spcBef>
          <a:spcPct val="0"/>
        </a:spcBef>
        <a:buNone/>
        <a:defRPr sz="1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" indent="-75438" algn="l" defTabSz="30175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924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E6CD931A-B7BC-9B01-098F-119812FAE190}"/>
              </a:ext>
            </a:extLst>
          </p:cNvPr>
          <p:cNvGrpSpPr/>
          <p:nvPr/>
        </p:nvGrpSpPr>
        <p:grpSpPr>
          <a:xfrm>
            <a:off x="83205" y="93052"/>
            <a:ext cx="2942797" cy="493776"/>
            <a:chOff x="29838" y="27998"/>
            <a:chExt cx="2942797" cy="493776"/>
          </a:xfrm>
        </p:grpSpPr>
        <p:pic>
          <p:nvPicPr>
            <p:cNvPr id="57" name="Picture 56" descr="A picture containing icon&#10;&#10;AI-generated content may be incorrect.">
              <a:extLst>
                <a:ext uri="{FF2B5EF4-FFF2-40B4-BE49-F238E27FC236}">
                  <a16:creationId xmlns:a16="http://schemas.microsoft.com/office/drawing/2014/main" id="{A00902B3-AD6C-DA57-96C2-32AF6AE66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4553" y="27998"/>
              <a:ext cx="493776" cy="493776"/>
            </a:xfrm>
            <a:prstGeom prst="rect">
              <a:avLst/>
            </a:prstGeom>
          </p:spPr>
        </p:pic>
        <p:pic>
          <p:nvPicPr>
            <p:cNvPr id="59" name="Picture 58" descr="Chart, bubble chart&#10;&#10;AI-generated content may be incorrect.">
              <a:extLst>
                <a:ext uri="{FF2B5EF4-FFF2-40B4-BE49-F238E27FC236}">
                  <a16:creationId xmlns:a16="http://schemas.microsoft.com/office/drawing/2014/main" id="{9336E8A4-D7B2-67B4-EE86-79B185487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838" y="27998"/>
              <a:ext cx="493776" cy="493776"/>
            </a:xfrm>
            <a:prstGeom prst="rect">
              <a:avLst/>
            </a:prstGeom>
          </p:spPr>
        </p:pic>
        <p:pic>
          <p:nvPicPr>
            <p:cNvPr id="61" name="Picture 60" descr="Shape, circle&#10;&#10;AI-generated content may be incorrect.">
              <a:extLst>
                <a:ext uri="{FF2B5EF4-FFF2-40B4-BE49-F238E27FC236}">
                  <a16:creationId xmlns:a16="http://schemas.microsoft.com/office/drawing/2014/main" id="{7EE1D3AE-DFD3-9D13-9A4A-E6ACB7558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451" y="27998"/>
              <a:ext cx="493776" cy="493776"/>
            </a:xfrm>
            <a:prstGeom prst="rect">
              <a:avLst/>
            </a:prstGeom>
          </p:spPr>
        </p:pic>
        <p:pic>
          <p:nvPicPr>
            <p:cNvPr id="63" name="Picture 62" descr="A picture containing text, queen, vector graphics&#10;&#10;AI-generated content may be incorrect.">
              <a:extLst>
                <a:ext uri="{FF2B5EF4-FFF2-40B4-BE49-F238E27FC236}">
                  <a16:creationId xmlns:a16="http://schemas.microsoft.com/office/drawing/2014/main" id="{B597E5C9-9151-82C0-C136-8C67EB6A4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78859" y="27998"/>
              <a:ext cx="493776" cy="493776"/>
            </a:xfrm>
            <a:prstGeom prst="rect">
              <a:avLst/>
            </a:prstGeom>
          </p:spPr>
        </p:pic>
        <p:pic>
          <p:nvPicPr>
            <p:cNvPr id="65" name="Picture 64" descr="Shape&#10;&#10;AI-generated content may be incorrect.">
              <a:extLst>
                <a:ext uri="{FF2B5EF4-FFF2-40B4-BE49-F238E27FC236}">
                  <a16:creationId xmlns:a16="http://schemas.microsoft.com/office/drawing/2014/main" id="{73113D60-4277-16B5-E60C-29A43B765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90757" y="27998"/>
              <a:ext cx="493776" cy="493776"/>
            </a:xfrm>
            <a:prstGeom prst="rect">
              <a:avLst/>
            </a:prstGeom>
          </p:spPr>
        </p:pic>
        <p:pic>
          <p:nvPicPr>
            <p:cNvPr id="67" name="Picture 66" descr="A picture containing text, queen&#10;&#10;AI-generated content may be incorrect.">
              <a:extLst>
                <a:ext uri="{FF2B5EF4-FFF2-40B4-BE49-F238E27FC236}">
                  <a16:creationId xmlns:a16="http://schemas.microsoft.com/office/drawing/2014/main" id="{A26806A6-AF4E-4D67-A0C7-6A1525F71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02655" y="27998"/>
              <a:ext cx="493776" cy="493776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2871D57-BB85-C710-2238-8BAA9434FAF9}"/>
              </a:ext>
            </a:extLst>
          </p:cNvPr>
          <p:cNvSpPr txBox="1"/>
          <p:nvPr/>
        </p:nvSpPr>
        <p:spPr>
          <a:xfrm>
            <a:off x="376172" y="0"/>
            <a:ext cx="175561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disk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0D7903-DDBD-C030-42ED-BC1B17812CE6}"/>
              </a:ext>
            </a:extLst>
          </p:cNvPr>
          <p:cNvSpPr txBox="1"/>
          <p:nvPr/>
        </p:nvSpPr>
        <p:spPr>
          <a:xfrm>
            <a:off x="769889" y="4452"/>
            <a:ext cx="276550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ellipse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C330A6-BF9F-8587-5CF6-0780BD75CF96}"/>
              </a:ext>
            </a:extLst>
          </p:cNvPr>
          <p:cNvSpPr txBox="1"/>
          <p:nvPr/>
        </p:nvSpPr>
        <p:spPr>
          <a:xfrm>
            <a:off x="1217864" y="3632"/>
            <a:ext cx="327847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capsule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4B5534-465B-3808-5179-B47C87302183}"/>
              </a:ext>
            </a:extLst>
          </p:cNvPr>
          <p:cNvSpPr txBox="1"/>
          <p:nvPr/>
        </p:nvSpPr>
        <p:spPr>
          <a:xfrm>
            <a:off x="1724351" y="292"/>
            <a:ext cx="311817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triangle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85EE16-C2FE-97BF-C52A-9D9B4AD8B1DE}"/>
              </a:ext>
            </a:extLst>
          </p:cNvPr>
          <p:cNvSpPr txBox="1"/>
          <p:nvPr/>
        </p:nvSpPr>
        <p:spPr>
          <a:xfrm>
            <a:off x="2223856" y="3632"/>
            <a:ext cx="287771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square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6080D8-1EF2-50AB-4369-2362E0E46B5C}"/>
              </a:ext>
            </a:extLst>
          </p:cNvPr>
          <p:cNvSpPr txBox="1"/>
          <p:nvPr/>
        </p:nvSpPr>
        <p:spPr>
          <a:xfrm>
            <a:off x="2608501" y="437"/>
            <a:ext cx="385554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rectangle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69214C2-F59D-2D25-7173-B3131269D000}"/>
              </a:ext>
            </a:extLst>
          </p:cNvPr>
          <p:cNvGrpSpPr/>
          <p:nvPr/>
        </p:nvGrpSpPr>
        <p:grpSpPr>
          <a:xfrm>
            <a:off x="76976" y="601818"/>
            <a:ext cx="2946744" cy="566398"/>
            <a:chOff x="68812" y="611343"/>
            <a:chExt cx="2946744" cy="566398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D3C94A40-2380-5699-39FD-0A7A65988A98}"/>
                </a:ext>
              </a:extLst>
            </p:cNvPr>
            <p:cNvGrpSpPr/>
            <p:nvPr/>
          </p:nvGrpSpPr>
          <p:grpSpPr>
            <a:xfrm>
              <a:off x="68812" y="683676"/>
              <a:ext cx="2933114" cy="494065"/>
              <a:chOff x="68812" y="636694"/>
              <a:chExt cx="2933114" cy="494065"/>
            </a:xfrm>
          </p:grpSpPr>
          <p:pic>
            <p:nvPicPr>
              <p:cNvPr id="83" name="Picture 82" descr="Diagram&#10;&#10;AI-generated content may be incorrect.">
                <a:extLst>
                  <a:ext uri="{FF2B5EF4-FFF2-40B4-BE49-F238E27FC236}">
                    <a16:creationId xmlns:a16="http://schemas.microsoft.com/office/drawing/2014/main" id="{9890DF57-14D5-9AAF-AF14-6D9B49973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4082" y="636694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85" name="Picture 84" descr="A picture containing outdoor, bin, toy&#10;&#10;AI-generated content may be incorrect.">
                <a:extLst>
                  <a:ext uri="{FF2B5EF4-FFF2-40B4-BE49-F238E27FC236}">
                    <a16:creationId xmlns:a16="http://schemas.microsoft.com/office/drawing/2014/main" id="{39D1FC46-1400-9A64-24E6-0FE5B36E4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28004" y="636694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87" name="Picture 86" descr="A bunch of blue balloons&#10;&#10;AI-generated content may be incorrect.">
                <a:extLst>
                  <a:ext uri="{FF2B5EF4-FFF2-40B4-BE49-F238E27FC236}">
                    <a16:creationId xmlns:a16="http://schemas.microsoft.com/office/drawing/2014/main" id="{FF4D1460-19BC-D7FC-4027-676DBC31C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2588" y="636694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89" name="Picture 88" descr="A picture containing umbrella, accessory, envelope&#10;&#10;AI-generated content may be incorrect.">
                <a:extLst>
                  <a:ext uri="{FF2B5EF4-FFF2-40B4-BE49-F238E27FC236}">
                    <a16:creationId xmlns:a16="http://schemas.microsoft.com/office/drawing/2014/main" id="{6D282D94-D026-73CF-0505-9B50CF38C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8150" y="636694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91" name="Picture 90" descr="Chart, bubble chart&#10;&#10;AI-generated content may be incorrect.">
                <a:extLst>
                  <a:ext uri="{FF2B5EF4-FFF2-40B4-BE49-F238E27FC236}">
                    <a16:creationId xmlns:a16="http://schemas.microsoft.com/office/drawing/2014/main" id="{B6FD8D1B-5384-EF3E-6F99-CB88BE92F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812" y="636694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93" name="Picture 92" descr="A picture containing accessory, umbrella, aircraft&#10;&#10;AI-generated content may be incorrect.">
                <a:extLst>
                  <a:ext uri="{FF2B5EF4-FFF2-40B4-BE49-F238E27FC236}">
                    <a16:creationId xmlns:a16="http://schemas.microsoft.com/office/drawing/2014/main" id="{51C0F4EA-8A23-295A-9C01-FF9FA1023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42184" y="636983"/>
                <a:ext cx="493776" cy="493776"/>
              </a:xfrm>
              <a:prstGeom prst="rect">
                <a:avLst/>
              </a:prstGeom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6A81E79-B0BC-54D1-163C-05F9372E5CCF}"/>
                </a:ext>
              </a:extLst>
            </p:cNvPr>
            <p:cNvSpPr txBox="1"/>
            <p:nvPr/>
          </p:nvSpPr>
          <p:spPr>
            <a:xfrm>
              <a:off x="266466" y="622728"/>
              <a:ext cx="287771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sphere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EAA4611-2530-697D-43FF-F71F3DECE066}"/>
                </a:ext>
              </a:extLst>
            </p:cNvPr>
            <p:cNvSpPr txBox="1"/>
            <p:nvPr/>
          </p:nvSpPr>
          <p:spPr>
            <a:xfrm>
              <a:off x="703283" y="622728"/>
              <a:ext cx="348685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ellipsoid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11A2CE3-2E38-5FF0-356A-C1EB0D017386}"/>
                </a:ext>
              </a:extLst>
            </p:cNvPr>
            <p:cNvSpPr txBox="1"/>
            <p:nvPr/>
          </p:nvSpPr>
          <p:spPr>
            <a:xfrm>
              <a:off x="1195089" y="611343"/>
              <a:ext cx="327847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capsule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746EF68-1B5E-EC32-3F0E-563F393FFEC6}"/>
                </a:ext>
              </a:extLst>
            </p:cNvPr>
            <p:cNvSpPr txBox="1"/>
            <p:nvPr/>
          </p:nvSpPr>
          <p:spPr>
            <a:xfrm>
              <a:off x="1554679" y="617373"/>
              <a:ext cx="480131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tetrahedron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4F15CF2-03B6-E8D0-233E-742633C5D5BA}"/>
                </a:ext>
              </a:extLst>
            </p:cNvPr>
            <p:cNvSpPr txBox="1"/>
            <p:nvPr/>
          </p:nvSpPr>
          <p:spPr>
            <a:xfrm>
              <a:off x="2282090" y="615249"/>
              <a:ext cx="212430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cube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18EBAE9-DA1A-8F7C-D8B2-1ADCD461B77F}"/>
                </a:ext>
              </a:extLst>
            </p:cNvPr>
            <p:cNvSpPr txBox="1"/>
            <p:nvPr/>
          </p:nvSpPr>
          <p:spPr>
            <a:xfrm>
              <a:off x="2546646" y="615249"/>
              <a:ext cx="468910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octahedron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2580855-F56E-EF43-C6DD-127E6EAC6407}"/>
              </a:ext>
            </a:extLst>
          </p:cNvPr>
          <p:cNvGrpSpPr/>
          <p:nvPr/>
        </p:nvGrpSpPr>
        <p:grpSpPr>
          <a:xfrm>
            <a:off x="81382" y="1174183"/>
            <a:ext cx="992212" cy="559861"/>
            <a:chOff x="73218" y="1166019"/>
            <a:chExt cx="992212" cy="559861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805B8F6-9E2F-16CE-A456-87EE8CD7E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3218" y="1232104"/>
              <a:ext cx="493776" cy="493776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C0A50774-FC01-BFE9-CD20-D702BC9A4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71654" y="1232104"/>
              <a:ext cx="493776" cy="493776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26ADE3C-D9E2-62F7-FDC9-53A049CCA83B}"/>
                </a:ext>
              </a:extLst>
            </p:cNvPr>
            <p:cNvSpPr txBox="1"/>
            <p:nvPr/>
          </p:nvSpPr>
          <p:spPr>
            <a:xfrm>
              <a:off x="238487" y="1166019"/>
              <a:ext cx="643638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volume fraction 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11EC203-3842-6F06-5691-E6DD8D8C234E}"/>
              </a:ext>
            </a:extLst>
          </p:cNvPr>
          <p:cNvGrpSpPr/>
          <p:nvPr/>
        </p:nvGrpSpPr>
        <p:grpSpPr>
          <a:xfrm>
            <a:off x="78795" y="1759410"/>
            <a:ext cx="983451" cy="564651"/>
            <a:chOff x="70631" y="1730836"/>
            <a:chExt cx="983451" cy="564651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AC445D4-76E7-FEFE-D5D0-AC142453D01C}"/>
                </a:ext>
              </a:extLst>
            </p:cNvPr>
            <p:cNvGrpSpPr/>
            <p:nvPr/>
          </p:nvGrpSpPr>
          <p:grpSpPr>
            <a:xfrm>
              <a:off x="70631" y="1800194"/>
              <a:ext cx="983451" cy="495293"/>
              <a:chOff x="70631" y="1800194"/>
              <a:chExt cx="983451" cy="495293"/>
            </a:xfrm>
          </p:grpSpPr>
          <p:pic>
            <p:nvPicPr>
              <p:cNvPr id="117" name="Picture 116" descr="Shape&#10;&#10;AI-generated content may be incorrect.">
                <a:extLst>
                  <a:ext uri="{FF2B5EF4-FFF2-40B4-BE49-F238E27FC236}">
                    <a16:creationId xmlns:a16="http://schemas.microsoft.com/office/drawing/2014/main" id="{85342AAB-FDF8-6B84-329C-69DB85ECBE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631" y="1800194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119" name="Picture 118" descr="Shape, polygon&#10;&#10;AI-generated content may be incorrect.">
                <a:extLst>
                  <a:ext uri="{FF2B5EF4-FFF2-40B4-BE49-F238E27FC236}">
                    <a16:creationId xmlns:a16="http://schemas.microsoft.com/office/drawing/2014/main" id="{EDA1BB11-2BCB-5F61-E5AE-9F0B7B0B0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0306" y="1801711"/>
                <a:ext cx="493776" cy="493776"/>
              </a:xfrm>
              <a:prstGeom prst="rect">
                <a:avLst/>
              </a:prstGeom>
            </p:spPr>
          </p:pic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998D556-EB29-73D1-8E88-AB5EB8B7CC0F}"/>
                </a:ext>
              </a:extLst>
            </p:cNvPr>
            <p:cNvSpPr txBox="1"/>
            <p:nvPr/>
          </p:nvSpPr>
          <p:spPr>
            <a:xfrm>
              <a:off x="363981" y="1730836"/>
              <a:ext cx="361509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pressure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4B72DEF-33B3-9AD2-9D50-82A0E416CCEB}"/>
              </a:ext>
            </a:extLst>
          </p:cNvPr>
          <p:cNvGrpSpPr/>
          <p:nvPr/>
        </p:nvGrpSpPr>
        <p:grpSpPr>
          <a:xfrm>
            <a:off x="1049700" y="1170923"/>
            <a:ext cx="1000098" cy="568564"/>
            <a:chOff x="1041536" y="1162759"/>
            <a:chExt cx="1000098" cy="568564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1AA0D9D-C0FB-03D2-E6AD-77647B073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41536" y="1233454"/>
              <a:ext cx="493776" cy="493776"/>
            </a:xfrm>
            <a:prstGeom prst="rect">
              <a:avLst/>
            </a:prstGeom>
          </p:spPr>
        </p:pic>
        <p:pic>
          <p:nvPicPr>
            <p:cNvPr id="125" name="Picture 124" descr="Logo, company name&#10;&#10;AI-generated content may be incorrect.">
              <a:extLst>
                <a:ext uri="{FF2B5EF4-FFF2-40B4-BE49-F238E27FC236}">
                  <a16:creationId xmlns:a16="http://schemas.microsoft.com/office/drawing/2014/main" id="{0DC5825F-37A6-2C6C-70ED-AE8AD2D39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547858" y="1237547"/>
              <a:ext cx="493776" cy="493776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3978A3E-6765-D792-3393-5C57A3156E6A}"/>
                </a:ext>
              </a:extLst>
            </p:cNvPr>
            <p:cNvSpPr txBox="1"/>
            <p:nvPr/>
          </p:nvSpPr>
          <p:spPr>
            <a:xfrm>
              <a:off x="1222647" y="1162759"/>
              <a:ext cx="683713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shape parameter</a:t>
              </a: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38644320-22E0-3425-4665-349C6BDFB11F}"/>
              </a:ext>
            </a:extLst>
          </p:cNvPr>
          <p:cNvSpPr txBox="1"/>
          <p:nvPr/>
        </p:nvSpPr>
        <p:spPr>
          <a:xfrm rot="16200000">
            <a:off x="-204216" y="1599103"/>
            <a:ext cx="507383" cy="123111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variations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2DD09C1-FD87-E75D-E7EF-90AAF623DE29}"/>
              </a:ext>
            </a:extLst>
          </p:cNvPr>
          <p:cNvGrpSpPr/>
          <p:nvPr/>
        </p:nvGrpSpPr>
        <p:grpSpPr>
          <a:xfrm>
            <a:off x="1059795" y="1765701"/>
            <a:ext cx="995425" cy="570127"/>
            <a:chOff x="1039385" y="1745291"/>
            <a:chExt cx="995425" cy="570127"/>
          </a:xfrm>
        </p:grpSpPr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2C87D6-22E8-6769-E91B-DFAFB5060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39385" y="1814313"/>
              <a:ext cx="493776" cy="493776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16A1C6CA-6227-EA96-0B1E-7EC06C8B7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541034" y="1821642"/>
              <a:ext cx="493776" cy="493776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E62EB16-D0E3-452F-2A51-3CA6A95623A4}"/>
                </a:ext>
              </a:extLst>
            </p:cNvPr>
            <p:cNvSpPr txBox="1"/>
            <p:nvPr/>
          </p:nvSpPr>
          <p:spPr>
            <a:xfrm>
              <a:off x="1215716" y="1745291"/>
              <a:ext cx="613181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relative volume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C462AB8-C3C6-4EED-40FF-8BCA04FC21C0}"/>
              </a:ext>
            </a:extLst>
          </p:cNvPr>
          <p:cNvGrpSpPr/>
          <p:nvPr/>
        </p:nvGrpSpPr>
        <p:grpSpPr>
          <a:xfrm>
            <a:off x="2046394" y="1188283"/>
            <a:ext cx="961951" cy="1084514"/>
            <a:chOff x="2038230" y="1188283"/>
            <a:chExt cx="961951" cy="1084514"/>
          </a:xfrm>
        </p:grpSpPr>
        <p:pic>
          <p:nvPicPr>
            <p:cNvPr id="128" name="Picture 127" descr="Icon&#10;&#10;AI-generated content may be incorrect.">
              <a:extLst>
                <a:ext uri="{FF2B5EF4-FFF2-40B4-BE49-F238E27FC236}">
                  <a16:creationId xmlns:a16="http://schemas.microsoft.com/office/drawing/2014/main" id="{6F8D9218-31DC-80C0-18D8-063C33D37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046042" y="1288471"/>
              <a:ext cx="493776" cy="493776"/>
            </a:xfrm>
            <a:prstGeom prst="rect">
              <a:avLst/>
            </a:prstGeom>
          </p:spPr>
        </p:pic>
        <p:pic>
          <p:nvPicPr>
            <p:cNvPr id="130" name="Picture 129" descr="Icon&#10;&#10;AI-generated content may be incorrect.">
              <a:extLst>
                <a:ext uri="{FF2B5EF4-FFF2-40B4-BE49-F238E27FC236}">
                  <a16:creationId xmlns:a16="http://schemas.microsoft.com/office/drawing/2014/main" id="{5F671A35-EDDF-3D69-CC26-42FAF2663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505806" y="1288471"/>
              <a:ext cx="493776" cy="493776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8421EF7-AA5F-E094-C23B-C88CCA792987}"/>
                </a:ext>
              </a:extLst>
            </p:cNvPr>
            <p:cNvSpPr txBox="1"/>
            <p:nvPr/>
          </p:nvSpPr>
          <p:spPr>
            <a:xfrm>
              <a:off x="2364671" y="1188283"/>
              <a:ext cx="313419" cy="99899"/>
            </a:xfrm>
            <a:prstGeom prst="rect">
              <a:avLst/>
            </a:prstGeom>
            <a:noFill/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700" dirty="0"/>
                <a:t>mixture</a:t>
              </a:r>
            </a:p>
          </p:txBody>
        </p:sp>
        <p:pic>
          <p:nvPicPr>
            <p:cNvPr id="139" name="Picture 138" descr="Shape, circle&#10;&#10;AI-generated content may be incorrect.">
              <a:extLst>
                <a:ext uri="{FF2B5EF4-FFF2-40B4-BE49-F238E27FC236}">
                  <a16:creationId xmlns:a16="http://schemas.microsoft.com/office/drawing/2014/main" id="{6B5A9A90-3793-9966-26FC-C27ED7481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038230" y="1779021"/>
              <a:ext cx="493776" cy="493776"/>
            </a:xfrm>
            <a:prstGeom prst="rect">
              <a:avLst/>
            </a:prstGeom>
          </p:spPr>
        </p:pic>
        <p:pic>
          <p:nvPicPr>
            <p:cNvPr id="141" name="Picture 140" descr="A picture containing outdoor object&#10;&#10;AI-generated content may be incorrect.">
              <a:extLst>
                <a:ext uri="{FF2B5EF4-FFF2-40B4-BE49-F238E27FC236}">
                  <a16:creationId xmlns:a16="http://schemas.microsoft.com/office/drawing/2014/main" id="{354916C1-9C50-6BDF-612F-B0551F6FE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506405" y="1779021"/>
              <a:ext cx="493776" cy="493776"/>
            </a:xfrm>
            <a:prstGeom prst="rect">
              <a:avLst/>
            </a:prstGeom>
          </p:spPr>
        </p:pic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C35FD22-3AA2-75BF-488A-40FEAEB80D9A}"/>
              </a:ext>
            </a:extLst>
          </p:cNvPr>
          <p:cNvCxnSpPr>
            <a:cxnSpLocks/>
          </p:cNvCxnSpPr>
          <p:nvPr/>
        </p:nvCxnSpPr>
        <p:spPr>
          <a:xfrm>
            <a:off x="111030" y="586828"/>
            <a:ext cx="292148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B8A603C-B588-CFD7-A0C6-39672A56D700}"/>
              </a:ext>
            </a:extLst>
          </p:cNvPr>
          <p:cNvCxnSpPr>
            <a:cxnSpLocks/>
          </p:cNvCxnSpPr>
          <p:nvPr/>
        </p:nvCxnSpPr>
        <p:spPr>
          <a:xfrm>
            <a:off x="99959" y="1166019"/>
            <a:ext cx="2932551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75C370D-D978-5230-6982-0354083BAFF8}"/>
              </a:ext>
            </a:extLst>
          </p:cNvPr>
          <p:cNvCxnSpPr>
            <a:cxnSpLocks/>
          </p:cNvCxnSpPr>
          <p:nvPr/>
        </p:nvCxnSpPr>
        <p:spPr>
          <a:xfrm>
            <a:off x="99959" y="1749369"/>
            <a:ext cx="1928045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F8043500-0FC0-D7DA-80F1-DC9E1374253D}"/>
              </a:ext>
            </a:extLst>
          </p:cNvPr>
          <p:cNvCxnSpPr>
            <a:cxnSpLocks/>
          </p:cNvCxnSpPr>
          <p:nvPr/>
        </p:nvCxnSpPr>
        <p:spPr>
          <a:xfrm>
            <a:off x="2041634" y="1174183"/>
            <a:ext cx="0" cy="119584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C69DEA9D-FB91-2BBF-9147-04F021030ABF}"/>
              </a:ext>
            </a:extLst>
          </p:cNvPr>
          <p:cNvCxnSpPr>
            <a:cxnSpLocks/>
          </p:cNvCxnSpPr>
          <p:nvPr/>
        </p:nvCxnSpPr>
        <p:spPr>
          <a:xfrm>
            <a:off x="1056005" y="1174183"/>
            <a:ext cx="0" cy="119584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CAA8BE1-8B08-7CBC-824F-F42D7B88CAB1}"/>
              </a:ext>
            </a:extLst>
          </p:cNvPr>
          <p:cNvSpPr/>
          <p:nvPr/>
        </p:nvSpPr>
        <p:spPr>
          <a:xfrm>
            <a:off x="-3840" y="99898"/>
            <a:ext cx="108016" cy="1059589"/>
          </a:xfrm>
          <a:prstGeom prst="rect">
            <a:avLst/>
          </a:prstGeom>
          <a:solidFill>
            <a:schemeClr val="accent1">
              <a:lumMod val="20000"/>
              <a:lumOff val="80000"/>
              <a:alpha val="4001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7557790-CEBF-D592-5D65-6725AAF8479A}"/>
              </a:ext>
            </a:extLst>
          </p:cNvPr>
          <p:cNvSpPr/>
          <p:nvPr/>
        </p:nvSpPr>
        <p:spPr>
          <a:xfrm>
            <a:off x="-8212" y="1163199"/>
            <a:ext cx="108016" cy="1159345"/>
          </a:xfrm>
          <a:prstGeom prst="rect">
            <a:avLst/>
          </a:prstGeom>
          <a:solidFill>
            <a:srgbClr val="FFC000">
              <a:alpha val="4001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65FC98-D630-D834-81FB-4D547252BBF8}"/>
              </a:ext>
            </a:extLst>
          </p:cNvPr>
          <p:cNvSpPr txBox="1"/>
          <p:nvPr/>
        </p:nvSpPr>
        <p:spPr>
          <a:xfrm rot="16200000">
            <a:off x="-174518" y="498046"/>
            <a:ext cx="454483" cy="123111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particles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41D18C4-8E83-F67E-57A9-213259D6E7AE}"/>
              </a:ext>
            </a:extLst>
          </p:cNvPr>
          <p:cNvSpPr txBox="1"/>
          <p:nvPr/>
        </p:nvSpPr>
        <p:spPr>
          <a:xfrm>
            <a:off x="118906" y="4082"/>
            <a:ext cx="141898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2d: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96F43C8-533B-09C9-71A4-14CA7DAE362E}"/>
              </a:ext>
            </a:extLst>
          </p:cNvPr>
          <p:cNvSpPr txBox="1"/>
          <p:nvPr/>
        </p:nvSpPr>
        <p:spPr>
          <a:xfrm>
            <a:off x="115531" y="613202"/>
            <a:ext cx="141898" cy="99899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3d: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4570</TotalTime>
  <Words>27</Words>
  <Application>Microsoft Macintosh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756</cp:revision>
  <dcterms:created xsi:type="dcterms:W3CDTF">2025-06-28T21:43:08Z</dcterms:created>
  <dcterms:modified xsi:type="dcterms:W3CDTF">2026-04-08T21:21:24Z</dcterms:modified>
</cp:coreProperties>
</file>