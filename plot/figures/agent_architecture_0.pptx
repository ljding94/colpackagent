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4"/>
  </p:notesMasterIdLst>
  <p:sldIdLst>
    <p:sldId id="257" r:id="rId2"/>
    <p:sldId id="258" r:id="rId3"/>
  </p:sldIdLst>
  <p:sldSz cx="3017838" cy="1554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33"/>
    <p:restoredTop sz="94694"/>
  </p:normalViewPr>
  <p:slideViewPr>
    <p:cSldViewPr snapToGrid="0">
      <p:cViewPr varScale="1">
        <p:scale>
          <a:sx n="400" d="100"/>
          <a:sy n="400" d="100"/>
        </p:scale>
        <p:origin x="59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3388" y="1143000"/>
            <a:ext cx="599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1A80-FC0A-E39F-C225-7C0496CF2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4CC27-BACC-2E23-F46E-9373DA945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143000"/>
            <a:ext cx="599122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6C91A-44D9-4E2A-D9EA-8DAC2AD54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B6571-C01C-C507-4987-A25AF553F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34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3388" y="1143000"/>
            <a:ext cx="599122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230" y="254350"/>
            <a:ext cx="2263379" cy="541079"/>
          </a:xfrm>
        </p:spPr>
        <p:txBody>
          <a:bodyPr anchor="b"/>
          <a:lstStyle>
            <a:lvl1pPr algn="ctr">
              <a:defRPr sz="1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816295"/>
            <a:ext cx="2263379" cy="375230"/>
          </a:xfrm>
        </p:spPr>
        <p:txBody>
          <a:bodyPr/>
          <a:lstStyle>
            <a:lvl1pPr marL="0" indent="0" algn="ctr">
              <a:buNone/>
              <a:defRPr sz="544"/>
            </a:lvl1pPr>
            <a:lvl2pPr marL="103602" indent="0" algn="ctr">
              <a:buNone/>
              <a:defRPr sz="453"/>
            </a:lvl2pPr>
            <a:lvl3pPr marL="207203" indent="0" algn="ctr">
              <a:buNone/>
              <a:defRPr sz="408"/>
            </a:lvl3pPr>
            <a:lvl4pPr marL="310805" indent="0" algn="ctr">
              <a:buNone/>
              <a:defRPr sz="363"/>
            </a:lvl4pPr>
            <a:lvl5pPr marL="414406" indent="0" algn="ctr">
              <a:buNone/>
              <a:defRPr sz="363"/>
            </a:lvl5pPr>
            <a:lvl6pPr marL="518008" indent="0" algn="ctr">
              <a:buNone/>
              <a:defRPr sz="363"/>
            </a:lvl6pPr>
            <a:lvl7pPr marL="621609" indent="0" algn="ctr">
              <a:buNone/>
              <a:defRPr sz="363"/>
            </a:lvl7pPr>
            <a:lvl8pPr marL="725211" indent="0" algn="ctr">
              <a:buNone/>
              <a:defRPr sz="363"/>
            </a:lvl8pPr>
            <a:lvl9pPr marL="828812" indent="0" algn="ctr">
              <a:buNone/>
              <a:defRPr sz="36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8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5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387461"/>
            <a:ext cx="2602885" cy="646489"/>
          </a:xfrm>
        </p:spPr>
        <p:txBody>
          <a:bodyPr anchor="b"/>
          <a:lstStyle>
            <a:lvl1pPr>
              <a:defRPr sz="1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1040066"/>
            <a:ext cx="2602885" cy="339973"/>
          </a:xfrm>
        </p:spPr>
        <p:txBody>
          <a:bodyPr/>
          <a:lstStyle>
            <a:lvl1pPr marL="0" indent="0">
              <a:buNone/>
              <a:defRPr sz="544">
                <a:solidFill>
                  <a:schemeClr val="tx1">
                    <a:tint val="82000"/>
                  </a:schemeClr>
                </a:solidFill>
              </a:defRPr>
            </a:lvl1pPr>
            <a:lvl2pPr marL="103602" indent="0">
              <a:buNone/>
              <a:defRPr sz="453">
                <a:solidFill>
                  <a:schemeClr val="tx1">
                    <a:tint val="82000"/>
                  </a:schemeClr>
                </a:solidFill>
              </a:defRPr>
            </a:lvl2pPr>
            <a:lvl3pPr marL="207203" indent="0">
              <a:buNone/>
              <a:defRPr sz="408">
                <a:solidFill>
                  <a:schemeClr val="tx1">
                    <a:tint val="82000"/>
                  </a:schemeClr>
                </a:solidFill>
              </a:defRPr>
            </a:lvl3pPr>
            <a:lvl4pPr marL="310805" indent="0">
              <a:buNone/>
              <a:defRPr sz="363">
                <a:solidFill>
                  <a:schemeClr val="tx1">
                    <a:tint val="82000"/>
                  </a:schemeClr>
                </a:solidFill>
              </a:defRPr>
            </a:lvl4pPr>
            <a:lvl5pPr marL="414406" indent="0">
              <a:buNone/>
              <a:defRPr sz="363">
                <a:solidFill>
                  <a:schemeClr val="tx1">
                    <a:tint val="82000"/>
                  </a:schemeClr>
                </a:solidFill>
              </a:defRPr>
            </a:lvl5pPr>
            <a:lvl6pPr marL="518008" indent="0">
              <a:buNone/>
              <a:defRPr sz="363">
                <a:solidFill>
                  <a:schemeClr val="tx1">
                    <a:tint val="82000"/>
                  </a:schemeClr>
                </a:solidFill>
              </a:defRPr>
            </a:lvl6pPr>
            <a:lvl7pPr marL="621609" indent="0">
              <a:buNone/>
              <a:defRPr sz="363">
                <a:solidFill>
                  <a:schemeClr val="tx1">
                    <a:tint val="82000"/>
                  </a:schemeClr>
                </a:solidFill>
              </a:defRPr>
            </a:lvl7pPr>
            <a:lvl8pPr marL="725211" indent="0">
              <a:buNone/>
              <a:defRPr sz="363">
                <a:solidFill>
                  <a:schemeClr val="tx1">
                    <a:tint val="82000"/>
                  </a:schemeClr>
                </a:solidFill>
              </a:defRPr>
            </a:lvl8pPr>
            <a:lvl9pPr marL="828812" indent="0">
              <a:buNone/>
              <a:defRPr sz="3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1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413724"/>
            <a:ext cx="1282581" cy="9861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413724"/>
            <a:ext cx="1282581" cy="9861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82745"/>
            <a:ext cx="2602885" cy="300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69" y="380986"/>
            <a:ext cx="1276687" cy="186715"/>
          </a:xfrm>
        </p:spPr>
        <p:txBody>
          <a:bodyPr anchor="b"/>
          <a:lstStyle>
            <a:lvl1pPr marL="0" indent="0">
              <a:buNone/>
              <a:defRPr sz="544" b="1"/>
            </a:lvl1pPr>
            <a:lvl2pPr marL="103602" indent="0">
              <a:buNone/>
              <a:defRPr sz="453" b="1"/>
            </a:lvl2pPr>
            <a:lvl3pPr marL="207203" indent="0">
              <a:buNone/>
              <a:defRPr sz="408" b="1"/>
            </a:lvl3pPr>
            <a:lvl4pPr marL="310805" indent="0">
              <a:buNone/>
              <a:defRPr sz="363" b="1"/>
            </a:lvl4pPr>
            <a:lvl5pPr marL="414406" indent="0">
              <a:buNone/>
              <a:defRPr sz="363" b="1"/>
            </a:lvl5pPr>
            <a:lvl6pPr marL="518008" indent="0">
              <a:buNone/>
              <a:defRPr sz="363" b="1"/>
            </a:lvl6pPr>
            <a:lvl7pPr marL="621609" indent="0">
              <a:buNone/>
              <a:defRPr sz="363" b="1"/>
            </a:lvl7pPr>
            <a:lvl8pPr marL="725211" indent="0">
              <a:buNone/>
              <a:defRPr sz="363" b="1"/>
            </a:lvl8pPr>
            <a:lvl9pPr marL="828812" indent="0">
              <a:buNone/>
              <a:defRPr sz="3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69" y="567701"/>
            <a:ext cx="1276687" cy="835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380986"/>
            <a:ext cx="1282974" cy="186715"/>
          </a:xfrm>
        </p:spPr>
        <p:txBody>
          <a:bodyPr anchor="b"/>
          <a:lstStyle>
            <a:lvl1pPr marL="0" indent="0">
              <a:buNone/>
              <a:defRPr sz="544" b="1"/>
            </a:lvl1pPr>
            <a:lvl2pPr marL="103602" indent="0">
              <a:buNone/>
              <a:defRPr sz="453" b="1"/>
            </a:lvl2pPr>
            <a:lvl3pPr marL="207203" indent="0">
              <a:buNone/>
              <a:defRPr sz="408" b="1"/>
            </a:lvl3pPr>
            <a:lvl4pPr marL="310805" indent="0">
              <a:buNone/>
              <a:defRPr sz="363" b="1"/>
            </a:lvl4pPr>
            <a:lvl5pPr marL="414406" indent="0">
              <a:buNone/>
              <a:defRPr sz="363" b="1"/>
            </a:lvl5pPr>
            <a:lvl6pPr marL="518008" indent="0">
              <a:buNone/>
              <a:defRPr sz="363" b="1"/>
            </a:lvl6pPr>
            <a:lvl7pPr marL="621609" indent="0">
              <a:buNone/>
              <a:defRPr sz="363" b="1"/>
            </a:lvl7pPr>
            <a:lvl8pPr marL="725211" indent="0">
              <a:buNone/>
              <a:defRPr sz="363" b="1"/>
            </a:lvl8pPr>
            <a:lvl9pPr marL="828812" indent="0">
              <a:buNone/>
              <a:defRPr sz="3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567701"/>
            <a:ext cx="1282974" cy="835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06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1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1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03611"/>
            <a:ext cx="973331" cy="362638"/>
          </a:xfrm>
        </p:spPr>
        <p:txBody>
          <a:bodyPr anchor="b"/>
          <a:lstStyle>
            <a:lvl1pPr>
              <a:defRPr sz="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223771"/>
            <a:ext cx="1527780" cy="1104463"/>
          </a:xfrm>
        </p:spPr>
        <p:txBody>
          <a:bodyPr/>
          <a:lstStyle>
            <a:lvl1pPr>
              <a:defRPr sz="725"/>
            </a:lvl1pPr>
            <a:lvl2pPr>
              <a:defRPr sz="634"/>
            </a:lvl2pPr>
            <a:lvl3pPr>
              <a:defRPr sz="544"/>
            </a:lvl3pPr>
            <a:lvl4pPr>
              <a:defRPr sz="453"/>
            </a:lvl4pPr>
            <a:lvl5pPr>
              <a:defRPr sz="453"/>
            </a:lvl5pPr>
            <a:lvl6pPr>
              <a:defRPr sz="453"/>
            </a:lvl6pPr>
            <a:lvl7pPr>
              <a:defRPr sz="453"/>
            </a:lvl7pPr>
            <a:lvl8pPr>
              <a:defRPr sz="453"/>
            </a:lvl8pPr>
            <a:lvl9pPr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466249"/>
            <a:ext cx="973331" cy="863784"/>
          </a:xfrm>
        </p:spPr>
        <p:txBody>
          <a:bodyPr/>
          <a:lstStyle>
            <a:lvl1pPr marL="0" indent="0">
              <a:buNone/>
              <a:defRPr sz="363"/>
            </a:lvl1pPr>
            <a:lvl2pPr marL="103602" indent="0">
              <a:buNone/>
              <a:defRPr sz="317"/>
            </a:lvl2pPr>
            <a:lvl3pPr marL="207203" indent="0">
              <a:buNone/>
              <a:defRPr sz="272"/>
            </a:lvl3pPr>
            <a:lvl4pPr marL="310805" indent="0">
              <a:buNone/>
              <a:defRPr sz="227"/>
            </a:lvl4pPr>
            <a:lvl5pPr marL="414406" indent="0">
              <a:buNone/>
              <a:defRPr sz="227"/>
            </a:lvl5pPr>
            <a:lvl6pPr marL="518008" indent="0">
              <a:buNone/>
              <a:defRPr sz="227"/>
            </a:lvl6pPr>
            <a:lvl7pPr marL="621609" indent="0">
              <a:buNone/>
              <a:defRPr sz="227"/>
            </a:lvl7pPr>
            <a:lvl8pPr marL="725211" indent="0">
              <a:buNone/>
              <a:defRPr sz="227"/>
            </a:lvl8pPr>
            <a:lvl9pPr marL="828812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03611"/>
            <a:ext cx="973331" cy="362638"/>
          </a:xfrm>
        </p:spPr>
        <p:txBody>
          <a:bodyPr anchor="b"/>
          <a:lstStyle>
            <a:lvl1pPr>
              <a:defRPr sz="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223771"/>
            <a:ext cx="1527780" cy="1104463"/>
          </a:xfrm>
        </p:spPr>
        <p:txBody>
          <a:bodyPr anchor="t"/>
          <a:lstStyle>
            <a:lvl1pPr marL="0" indent="0">
              <a:buNone/>
              <a:defRPr sz="725"/>
            </a:lvl1pPr>
            <a:lvl2pPr marL="103602" indent="0">
              <a:buNone/>
              <a:defRPr sz="634"/>
            </a:lvl2pPr>
            <a:lvl3pPr marL="207203" indent="0">
              <a:buNone/>
              <a:defRPr sz="544"/>
            </a:lvl3pPr>
            <a:lvl4pPr marL="310805" indent="0">
              <a:buNone/>
              <a:defRPr sz="453"/>
            </a:lvl4pPr>
            <a:lvl5pPr marL="414406" indent="0">
              <a:buNone/>
              <a:defRPr sz="453"/>
            </a:lvl5pPr>
            <a:lvl6pPr marL="518008" indent="0">
              <a:buNone/>
              <a:defRPr sz="453"/>
            </a:lvl6pPr>
            <a:lvl7pPr marL="621609" indent="0">
              <a:buNone/>
              <a:defRPr sz="453"/>
            </a:lvl7pPr>
            <a:lvl8pPr marL="725211" indent="0">
              <a:buNone/>
              <a:defRPr sz="453"/>
            </a:lvl8pPr>
            <a:lvl9pPr marL="828812" indent="0">
              <a:buNone/>
              <a:defRPr sz="4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466249"/>
            <a:ext cx="973331" cy="863784"/>
          </a:xfrm>
        </p:spPr>
        <p:txBody>
          <a:bodyPr/>
          <a:lstStyle>
            <a:lvl1pPr marL="0" indent="0">
              <a:buNone/>
              <a:defRPr sz="363"/>
            </a:lvl1pPr>
            <a:lvl2pPr marL="103602" indent="0">
              <a:buNone/>
              <a:defRPr sz="317"/>
            </a:lvl2pPr>
            <a:lvl3pPr marL="207203" indent="0">
              <a:buNone/>
              <a:defRPr sz="272"/>
            </a:lvl3pPr>
            <a:lvl4pPr marL="310805" indent="0">
              <a:buNone/>
              <a:defRPr sz="227"/>
            </a:lvl4pPr>
            <a:lvl5pPr marL="414406" indent="0">
              <a:buNone/>
              <a:defRPr sz="227"/>
            </a:lvl5pPr>
            <a:lvl6pPr marL="518008" indent="0">
              <a:buNone/>
              <a:defRPr sz="227"/>
            </a:lvl6pPr>
            <a:lvl7pPr marL="621609" indent="0">
              <a:buNone/>
              <a:defRPr sz="227"/>
            </a:lvl7pPr>
            <a:lvl8pPr marL="725211" indent="0">
              <a:buNone/>
              <a:defRPr sz="227"/>
            </a:lvl8pPr>
            <a:lvl9pPr marL="828812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9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0" y="82745"/>
            <a:ext cx="650721" cy="13170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6" y="82745"/>
            <a:ext cx="1914441" cy="13170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8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82745"/>
            <a:ext cx="2602885" cy="30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413724"/>
            <a:ext cx="2602885" cy="986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1440479"/>
            <a:ext cx="679014" cy="82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1440479"/>
            <a:ext cx="1018520" cy="82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1440479"/>
            <a:ext cx="679014" cy="82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207203" rtl="0" eaLnBrk="1" latinLnBrk="0" hangingPunct="1">
        <a:lnSpc>
          <a:spcPct val="90000"/>
        </a:lnSpc>
        <a:spcBef>
          <a:spcPct val="0"/>
        </a:spcBef>
        <a:buNone/>
        <a:defRPr sz="9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801" indent="-51801" algn="l" defTabSz="207203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634" kern="1200">
          <a:solidFill>
            <a:schemeClr val="tx1"/>
          </a:solidFill>
          <a:latin typeface="+mn-lt"/>
          <a:ea typeface="+mn-ea"/>
          <a:cs typeface="+mn-cs"/>
        </a:defRPr>
      </a:lvl1pPr>
      <a:lvl2pPr marL="155402" indent="-51801" algn="l" defTabSz="207203" rtl="0" eaLnBrk="1" latinLnBrk="0" hangingPunct="1">
        <a:lnSpc>
          <a:spcPct val="90000"/>
        </a:lnSpc>
        <a:spcBef>
          <a:spcPts val="113"/>
        </a:spcBef>
        <a:buFont typeface="Arial" panose="020B0604020202020204" pitchFamily="34" charset="0"/>
        <a:buChar char="•"/>
        <a:defRPr sz="544" kern="1200">
          <a:solidFill>
            <a:schemeClr val="tx1"/>
          </a:solidFill>
          <a:latin typeface="+mn-lt"/>
          <a:ea typeface="+mn-ea"/>
          <a:cs typeface="+mn-cs"/>
        </a:defRPr>
      </a:lvl2pPr>
      <a:lvl3pPr marL="259004" indent="-51801" algn="l" defTabSz="207203" rtl="0" eaLnBrk="1" latinLnBrk="0" hangingPunct="1">
        <a:lnSpc>
          <a:spcPct val="90000"/>
        </a:lnSpc>
        <a:spcBef>
          <a:spcPts val="113"/>
        </a:spcBef>
        <a:buFont typeface="Arial" panose="020B0604020202020204" pitchFamily="34" charset="0"/>
        <a:buChar char="•"/>
        <a:defRPr sz="453" kern="1200">
          <a:solidFill>
            <a:schemeClr val="tx1"/>
          </a:solidFill>
          <a:latin typeface="+mn-lt"/>
          <a:ea typeface="+mn-ea"/>
          <a:cs typeface="+mn-cs"/>
        </a:defRPr>
      </a:lvl3pPr>
      <a:lvl4pPr marL="362605" indent="-51801" algn="l" defTabSz="207203" rtl="0" eaLnBrk="1" latinLnBrk="0" hangingPunct="1">
        <a:lnSpc>
          <a:spcPct val="90000"/>
        </a:lnSpc>
        <a:spcBef>
          <a:spcPts val="113"/>
        </a:spcBef>
        <a:buFont typeface="Arial" panose="020B0604020202020204" pitchFamily="34" charset="0"/>
        <a:buChar char="•"/>
        <a:defRPr sz="408" kern="1200">
          <a:solidFill>
            <a:schemeClr val="tx1"/>
          </a:solidFill>
          <a:latin typeface="+mn-lt"/>
          <a:ea typeface="+mn-ea"/>
          <a:cs typeface="+mn-cs"/>
        </a:defRPr>
      </a:lvl4pPr>
      <a:lvl5pPr marL="466207" indent="-51801" algn="l" defTabSz="207203" rtl="0" eaLnBrk="1" latinLnBrk="0" hangingPunct="1">
        <a:lnSpc>
          <a:spcPct val="90000"/>
        </a:lnSpc>
        <a:spcBef>
          <a:spcPts val="113"/>
        </a:spcBef>
        <a:buFont typeface="Arial" panose="020B0604020202020204" pitchFamily="34" charset="0"/>
        <a:buChar char="•"/>
        <a:defRPr sz="408" kern="1200">
          <a:solidFill>
            <a:schemeClr val="tx1"/>
          </a:solidFill>
          <a:latin typeface="+mn-lt"/>
          <a:ea typeface="+mn-ea"/>
          <a:cs typeface="+mn-cs"/>
        </a:defRPr>
      </a:lvl5pPr>
      <a:lvl6pPr marL="569808" indent="-51801" algn="l" defTabSz="207203" rtl="0" eaLnBrk="1" latinLnBrk="0" hangingPunct="1">
        <a:lnSpc>
          <a:spcPct val="90000"/>
        </a:lnSpc>
        <a:spcBef>
          <a:spcPts val="113"/>
        </a:spcBef>
        <a:buFont typeface="Arial" panose="020B0604020202020204" pitchFamily="34" charset="0"/>
        <a:buChar char="•"/>
        <a:defRPr sz="408" kern="1200">
          <a:solidFill>
            <a:schemeClr val="tx1"/>
          </a:solidFill>
          <a:latin typeface="+mn-lt"/>
          <a:ea typeface="+mn-ea"/>
          <a:cs typeface="+mn-cs"/>
        </a:defRPr>
      </a:lvl6pPr>
      <a:lvl7pPr marL="673410" indent="-51801" algn="l" defTabSz="207203" rtl="0" eaLnBrk="1" latinLnBrk="0" hangingPunct="1">
        <a:lnSpc>
          <a:spcPct val="90000"/>
        </a:lnSpc>
        <a:spcBef>
          <a:spcPts val="113"/>
        </a:spcBef>
        <a:buFont typeface="Arial" panose="020B0604020202020204" pitchFamily="34" charset="0"/>
        <a:buChar char="•"/>
        <a:defRPr sz="408" kern="1200">
          <a:solidFill>
            <a:schemeClr val="tx1"/>
          </a:solidFill>
          <a:latin typeface="+mn-lt"/>
          <a:ea typeface="+mn-ea"/>
          <a:cs typeface="+mn-cs"/>
        </a:defRPr>
      </a:lvl7pPr>
      <a:lvl8pPr marL="777011" indent="-51801" algn="l" defTabSz="207203" rtl="0" eaLnBrk="1" latinLnBrk="0" hangingPunct="1">
        <a:lnSpc>
          <a:spcPct val="90000"/>
        </a:lnSpc>
        <a:spcBef>
          <a:spcPts val="113"/>
        </a:spcBef>
        <a:buFont typeface="Arial" panose="020B0604020202020204" pitchFamily="34" charset="0"/>
        <a:buChar char="•"/>
        <a:defRPr sz="408" kern="1200">
          <a:solidFill>
            <a:schemeClr val="tx1"/>
          </a:solidFill>
          <a:latin typeface="+mn-lt"/>
          <a:ea typeface="+mn-ea"/>
          <a:cs typeface="+mn-cs"/>
        </a:defRPr>
      </a:lvl8pPr>
      <a:lvl9pPr marL="880613" indent="-51801" algn="l" defTabSz="207203" rtl="0" eaLnBrk="1" latinLnBrk="0" hangingPunct="1">
        <a:lnSpc>
          <a:spcPct val="90000"/>
        </a:lnSpc>
        <a:spcBef>
          <a:spcPts val="113"/>
        </a:spcBef>
        <a:buFont typeface="Arial" panose="020B0604020202020204" pitchFamily="34" charset="0"/>
        <a:buChar char="•"/>
        <a:defRPr sz="4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1pPr>
      <a:lvl2pPr marL="103602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2pPr>
      <a:lvl3pPr marL="207203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3pPr>
      <a:lvl4pPr marL="310805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4pPr>
      <a:lvl5pPr marL="414406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5pPr>
      <a:lvl6pPr marL="518008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6pPr>
      <a:lvl7pPr marL="621609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7pPr>
      <a:lvl8pPr marL="725211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8pPr>
      <a:lvl9pPr marL="828812" algn="l" defTabSz="207203" rtl="0" eaLnBrk="1" latinLnBrk="0" hangingPunct="1">
        <a:defRPr sz="4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1198F-E57E-D90E-1F23-B0E0E25E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AI-generated content may be incorrect.">
            <a:extLst>
              <a:ext uri="{FF2B5EF4-FFF2-40B4-BE49-F238E27FC236}">
                <a16:creationId xmlns:a16="http://schemas.microsoft.com/office/drawing/2014/main" id="{FCD175F4-14DE-96DF-7EEE-9FE81EFC5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51" y="124066"/>
            <a:ext cx="275459" cy="2754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4500AD-BB75-3680-1585-8DCBD076F150}"/>
              </a:ext>
            </a:extLst>
          </p:cNvPr>
          <p:cNvSpPr txBox="1"/>
          <p:nvPr/>
        </p:nvSpPr>
        <p:spPr>
          <a:xfrm>
            <a:off x="1511957" y="401648"/>
            <a:ext cx="152286" cy="81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C070A-2C36-0EB9-98EE-76A68A404758}"/>
              </a:ext>
            </a:extLst>
          </p:cNvPr>
          <p:cNvSpPr txBox="1"/>
          <p:nvPr/>
        </p:nvSpPr>
        <p:spPr>
          <a:xfrm>
            <a:off x="2217955" y="386005"/>
            <a:ext cx="419987" cy="81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knowledge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0E4D7C07-928A-39C7-ED90-2AFE2D10CDA1}"/>
              </a:ext>
            </a:extLst>
          </p:cNvPr>
          <p:cNvCxnSpPr>
            <a:cxnSpLocks/>
            <a:stCxn id="6" idx="3"/>
            <a:endCxn id="23" idx="0"/>
          </p:cNvCxnSpPr>
          <p:nvPr/>
        </p:nvCxnSpPr>
        <p:spPr>
          <a:xfrm>
            <a:off x="879209" y="261795"/>
            <a:ext cx="815784" cy="322090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5EEC22C-60D1-4112-1698-C558AF983D3B}"/>
              </a:ext>
            </a:extLst>
          </p:cNvPr>
          <p:cNvSpPr txBox="1"/>
          <p:nvPr/>
        </p:nvSpPr>
        <p:spPr>
          <a:xfrm>
            <a:off x="1430882" y="583886"/>
            <a:ext cx="528222" cy="99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 err="1"/>
              <a:t>colpack</a:t>
            </a:r>
            <a:r>
              <a:rPr lang="en-US" sz="700" dirty="0"/>
              <a:t> MCP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A78FB504-37A3-85A2-E6F5-980C4CA375B7}"/>
              </a:ext>
            </a:extLst>
          </p:cNvPr>
          <p:cNvCxnSpPr>
            <a:cxnSpLocks/>
            <a:stCxn id="6" idx="3"/>
            <a:endCxn id="28" idx="0"/>
          </p:cNvCxnSpPr>
          <p:nvPr/>
        </p:nvCxnSpPr>
        <p:spPr>
          <a:xfrm>
            <a:off x="879209" y="261795"/>
            <a:ext cx="1775754" cy="317832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B09C5BE-5EDC-221D-3EAC-EB199B4CA7CE}"/>
              </a:ext>
            </a:extLst>
          </p:cNvPr>
          <p:cNvSpPr txBox="1"/>
          <p:nvPr/>
        </p:nvSpPr>
        <p:spPr>
          <a:xfrm>
            <a:off x="2405280" y="579628"/>
            <a:ext cx="499367" cy="998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 err="1"/>
              <a:t>colpack</a:t>
            </a:r>
            <a:r>
              <a:rPr lang="en-US" sz="700" dirty="0"/>
              <a:t> skill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0BAEB1-BB1B-CAE2-A05D-9550FC8BE16D}"/>
              </a:ext>
            </a:extLst>
          </p:cNvPr>
          <p:cNvSpPr txBox="1"/>
          <p:nvPr/>
        </p:nvSpPr>
        <p:spPr>
          <a:xfrm>
            <a:off x="458718" y="629578"/>
            <a:ext cx="441660" cy="998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 err="1"/>
              <a:t>colpack.py</a:t>
            </a:r>
            <a:endParaRPr lang="en-US" sz="700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60FA2D5-7FFD-57F8-052F-122C306393B2}"/>
              </a:ext>
            </a:extLst>
          </p:cNvPr>
          <p:cNvSpPr/>
          <p:nvPr/>
        </p:nvSpPr>
        <p:spPr>
          <a:xfrm>
            <a:off x="520648" y="990180"/>
            <a:ext cx="441660" cy="349251"/>
          </a:xfrm>
          <a:prstGeom prst="roundRect">
            <a:avLst>
              <a:gd name="adj" fmla="val 7724"/>
            </a:avLst>
          </a:prstGeom>
          <a:solidFill>
            <a:schemeClr val="accent6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0" rtlCol="0" anchor="ctr" anchorCtr="1"/>
          <a:lstStyle/>
          <a:p>
            <a:r>
              <a:rPr lang="en-US" sz="700" dirty="0">
                <a:solidFill>
                  <a:schemeClr val="tx1"/>
                </a:solidFill>
              </a:rPr>
              <a:t>initialize</a:t>
            </a:r>
          </a:p>
          <a:p>
            <a:r>
              <a:rPr lang="en-US" sz="700" dirty="0">
                <a:solidFill>
                  <a:schemeClr val="tx1"/>
                </a:solidFill>
              </a:rPr>
              <a:t>compress</a:t>
            </a:r>
          </a:p>
          <a:p>
            <a:r>
              <a:rPr lang="en-US" sz="700" dirty="0">
                <a:solidFill>
                  <a:schemeClr val="tx1"/>
                </a:solidFill>
              </a:rPr>
              <a:t>sample</a:t>
            </a:r>
          </a:p>
        </p:txBody>
      </p:sp>
      <p:pic>
        <p:nvPicPr>
          <p:cNvPr id="42" name="Picture 41" descr="A picture containing stationary&#10;&#10;AI-generated content may be incorrect.">
            <a:extLst>
              <a:ext uri="{FF2B5EF4-FFF2-40B4-BE49-F238E27FC236}">
                <a16:creationId xmlns:a16="http://schemas.microsoft.com/office/drawing/2014/main" id="{72CCF28B-FFBB-A73A-12CB-019C4D6640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05" t="27923" r="27594" b="57295"/>
          <a:stretch>
            <a:fillRect/>
          </a:stretch>
        </p:blipFill>
        <p:spPr>
          <a:xfrm>
            <a:off x="81000" y="606935"/>
            <a:ext cx="348666" cy="14517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softEdge rad="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51AE1DC-D372-73B0-3068-408B5306C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6" y="1058768"/>
            <a:ext cx="306837" cy="292826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D8D7BF9A-F9C7-4B07-FD29-1C4847310C58}"/>
              </a:ext>
            </a:extLst>
          </p:cNvPr>
          <p:cNvGrpSpPr/>
          <p:nvPr/>
        </p:nvGrpSpPr>
        <p:grpSpPr>
          <a:xfrm>
            <a:off x="1340026" y="699802"/>
            <a:ext cx="651824" cy="651792"/>
            <a:chOff x="1029858" y="780377"/>
            <a:chExt cx="651824" cy="651792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8C2654A5-0BB6-DEC3-FD8F-DE86A2AA1EE4}"/>
                </a:ext>
              </a:extLst>
            </p:cNvPr>
            <p:cNvSpPr/>
            <p:nvPr/>
          </p:nvSpPr>
          <p:spPr>
            <a:xfrm>
              <a:off x="1029858" y="780377"/>
              <a:ext cx="651824" cy="651792"/>
            </a:xfrm>
            <a:prstGeom prst="roundRect">
              <a:avLst>
                <a:gd name="adj" fmla="val 7724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r>
                <a:rPr lang="en-US" sz="700" dirty="0">
                  <a:solidFill>
                    <a:schemeClr val="tx1"/>
                  </a:solidFill>
                </a:rPr>
                <a:t>MCP tool:</a:t>
              </a:r>
            </a:p>
            <a:p>
              <a:r>
                <a:rPr lang="en-US" sz="700" dirty="0">
                  <a:solidFill>
                    <a:schemeClr val="tx1"/>
                  </a:solidFill>
                </a:rPr>
                <a:t>problem setup</a:t>
              </a:r>
            </a:p>
            <a:p>
              <a:r>
                <a:rPr lang="en-US" sz="700" dirty="0">
                  <a:solidFill>
                    <a:schemeClr val="tx1"/>
                  </a:solidFill>
                </a:rPr>
                <a:t>plan simulation</a:t>
              </a:r>
            </a:p>
            <a:p>
              <a:r>
                <a:rPr lang="en-US" sz="700" dirty="0">
                  <a:solidFill>
                    <a:schemeClr val="tx1"/>
                  </a:solidFill>
                </a:rPr>
                <a:t>run simulation</a:t>
              </a:r>
            </a:p>
            <a:p>
              <a:r>
                <a:rPr lang="en-US" sz="700" dirty="0">
                  <a:solidFill>
                    <a:schemeClr val="tx1"/>
                  </a:solidFill>
                </a:rPr>
                <a:t>analyze data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37C7D4B3-6DA5-5A0F-B228-E145848D4092}"/>
                </a:ext>
              </a:extLst>
            </p:cNvPr>
            <p:cNvSpPr/>
            <p:nvPr/>
          </p:nvSpPr>
          <p:spPr>
            <a:xfrm>
              <a:off x="1044170" y="1161414"/>
              <a:ext cx="604766" cy="119223"/>
            </a:xfrm>
            <a:prstGeom prst="roundRect">
              <a:avLst>
                <a:gd name="adj" fmla="val 7724"/>
              </a:avLst>
            </a:prstGeom>
            <a:solidFill>
              <a:schemeClr val="accent6">
                <a:lumMod val="20000"/>
                <a:lumOff val="80000"/>
                <a:alpha val="39844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endParaRPr lang="en-US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4AFC2F0-0266-52E0-2B4B-5C775442250F}"/>
              </a:ext>
            </a:extLst>
          </p:cNvPr>
          <p:cNvSpPr/>
          <p:nvPr/>
        </p:nvSpPr>
        <p:spPr>
          <a:xfrm>
            <a:off x="85560" y="778500"/>
            <a:ext cx="816830" cy="125632"/>
          </a:xfrm>
          <a:prstGeom prst="roundRect">
            <a:avLst>
              <a:gd name="adj" fmla="val 7724"/>
            </a:avLst>
          </a:prstGeom>
          <a:solidFill>
            <a:schemeClr val="accent6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0" rtlCol="0" anchor="ctr" anchorCtr="1"/>
          <a:lstStyle/>
          <a:p>
            <a:r>
              <a:rPr lang="en-US" sz="700" dirty="0">
                <a:solidFill>
                  <a:schemeClr val="tx1"/>
                </a:solidFill>
              </a:rPr>
              <a:t>workflow scripts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1009C5E-31FC-4770-EC23-277BFEE9B37B}"/>
              </a:ext>
            </a:extLst>
          </p:cNvPr>
          <p:cNvCxnSpPr>
            <a:cxnSpLocks/>
            <a:endCxn id="45" idx="3"/>
          </p:cNvCxnSpPr>
          <p:nvPr/>
        </p:nvCxnSpPr>
        <p:spPr>
          <a:xfrm flipH="1" flipV="1">
            <a:off x="902393" y="841316"/>
            <a:ext cx="428813" cy="1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1DF7255-BF9A-DCDE-F29A-A94B2CBA9F94}"/>
              </a:ext>
            </a:extLst>
          </p:cNvPr>
          <p:cNvSpPr txBox="1"/>
          <p:nvPr/>
        </p:nvSpPr>
        <p:spPr>
          <a:xfrm>
            <a:off x="54298" y="973721"/>
            <a:ext cx="428835" cy="998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MC engine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71E87E2-9B7A-61A2-BE5C-EAC13C6027E3}"/>
              </a:ext>
            </a:extLst>
          </p:cNvPr>
          <p:cNvCxnSpPr>
            <a:cxnSpLocks/>
          </p:cNvCxnSpPr>
          <p:nvPr/>
        </p:nvCxnSpPr>
        <p:spPr>
          <a:xfrm flipH="1">
            <a:off x="378803" y="1164802"/>
            <a:ext cx="130083" cy="177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9885202-B314-048C-7342-994934D34066}"/>
              </a:ext>
            </a:extLst>
          </p:cNvPr>
          <p:cNvGrpSpPr/>
          <p:nvPr/>
        </p:nvGrpSpPr>
        <p:grpSpPr>
          <a:xfrm>
            <a:off x="2270589" y="699805"/>
            <a:ext cx="677606" cy="639625"/>
            <a:chOff x="2312772" y="807312"/>
            <a:chExt cx="677606" cy="639625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3B596321-B7B5-52E8-A715-07C860EF7F16}"/>
                </a:ext>
              </a:extLst>
            </p:cNvPr>
            <p:cNvSpPr/>
            <p:nvPr/>
          </p:nvSpPr>
          <p:spPr>
            <a:xfrm>
              <a:off x="2312772" y="807312"/>
              <a:ext cx="677606" cy="639625"/>
            </a:xfrm>
            <a:prstGeom prst="roundRect">
              <a:avLst>
                <a:gd name="adj" fmla="val 7724"/>
              </a:avLst>
            </a:prstGeom>
            <a:solidFill>
              <a:schemeClr val="bg1">
                <a:lumMod val="8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r>
                <a:rPr lang="en-US" sz="700" dirty="0" err="1">
                  <a:solidFill>
                    <a:schemeClr val="tx1"/>
                  </a:solidFill>
                </a:rPr>
                <a:t>SKILL.md</a:t>
              </a:r>
              <a:endParaRPr lang="en-US" sz="700" dirty="0">
                <a:solidFill>
                  <a:schemeClr val="tx1"/>
                </a:solidFill>
              </a:endParaRPr>
            </a:p>
            <a:p>
              <a:r>
                <a:rPr lang="en-US" sz="700" dirty="0">
                  <a:solidFill>
                    <a:schemeClr val="tx1"/>
                  </a:solidFill>
                </a:rPr>
                <a:t>references:</a:t>
              </a:r>
            </a:p>
            <a:p>
              <a:r>
                <a:rPr lang="en-US" sz="700" dirty="0">
                  <a:solidFill>
                    <a:schemeClr val="tx1"/>
                  </a:solidFill>
                </a:rPr>
                <a:t>-setup  -execute</a:t>
              </a:r>
            </a:p>
            <a:p>
              <a:r>
                <a:rPr lang="en-US" sz="700" dirty="0">
                  <a:solidFill>
                    <a:schemeClr val="tx1"/>
                  </a:solidFill>
                </a:rPr>
                <a:t>-plan    - analyze</a:t>
              </a: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FC7EB465-8CAE-27D6-BBD8-B160697E2139}"/>
                </a:ext>
              </a:extLst>
            </p:cNvPr>
            <p:cNvSpPr/>
            <p:nvPr/>
          </p:nvSpPr>
          <p:spPr>
            <a:xfrm>
              <a:off x="2328776" y="1113125"/>
              <a:ext cx="661602" cy="231841"/>
            </a:xfrm>
            <a:prstGeom prst="roundRect">
              <a:avLst>
                <a:gd name="adj" fmla="val 7724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pPr>
                <a:lnSpc>
                  <a:spcPct val="150000"/>
                </a:lnSpc>
              </a:pPr>
              <a:endParaRPr 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48E7F2B6-9052-A7C8-7774-EE0DA6A9B6A0}"/>
              </a:ext>
            </a:extLst>
          </p:cNvPr>
          <p:cNvCxnSpPr>
            <a:cxnSpLocks/>
            <a:stCxn id="81" idx="1"/>
            <a:endCxn id="39" idx="3"/>
          </p:cNvCxnSpPr>
          <p:nvPr/>
        </p:nvCxnSpPr>
        <p:spPr>
          <a:xfrm rot="10800000">
            <a:off x="1991854" y="1025698"/>
            <a:ext cx="294743" cy="9583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BE1E49D-E054-B9E3-CDC2-4BB740DEC94E}"/>
              </a:ext>
            </a:extLst>
          </p:cNvPr>
          <p:cNvCxnSpPr>
            <a:cxnSpLocks/>
          </p:cNvCxnSpPr>
          <p:nvPr/>
        </p:nvCxnSpPr>
        <p:spPr>
          <a:xfrm flipH="1">
            <a:off x="962308" y="1140450"/>
            <a:ext cx="34497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0A4D560F-A855-14B3-B6B6-714741239D82}"/>
              </a:ext>
            </a:extLst>
          </p:cNvPr>
          <p:cNvSpPr/>
          <p:nvPr/>
        </p:nvSpPr>
        <p:spPr>
          <a:xfrm>
            <a:off x="17300" y="523958"/>
            <a:ext cx="2052800" cy="878601"/>
          </a:xfrm>
          <a:prstGeom prst="roundRect">
            <a:avLst>
              <a:gd name="adj" fmla="val 4785"/>
            </a:avLst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C7FAA012-4C59-6FD1-64A8-B75A69A884D3}"/>
              </a:ext>
            </a:extLst>
          </p:cNvPr>
          <p:cNvSpPr/>
          <p:nvPr/>
        </p:nvSpPr>
        <p:spPr>
          <a:xfrm>
            <a:off x="2210716" y="523955"/>
            <a:ext cx="789822" cy="878602"/>
          </a:xfrm>
          <a:prstGeom prst="roundRect">
            <a:avLst>
              <a:gd name="adj" fmla="val 4785"/>
            </a:avLst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DDC473A9-0753-F1DD-48A4-23A8062D7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66" y="282594"/>
            <a:ext cx="215164" cy="215164"/>
          </a:xfrm>
          <a:prstGeom prst="rect">
            <a:avLst/>
          </a:prstGeom>
        </p:spPr>
      </p:pic>
      <p:cxnSp>
        <p:nvCxnSpPr>
          <p:cNvPr id="165" name="Elbow Connector 164">
            <a:extLst>
              <a:ext uri="{FF2B5EF4-FFF2-40B4-BE49-F238E27FC236}">
                <a16:creationId xmlns:a16="http://schemas.microsoft.com/office/drawing/2014/main" id="{031818C9-15E1-8076-BBF6-5461C548E1CC}"/>
              </a:ext>
            </a:extLst>
          </p:cNvPr>
          <p:cNvCxnSpPr>
            <a:cxnSpLocks/>
            <a:stCxn id="6" idx="3"/>
            <a:endCxn id="160" idx="3"/>
          </p:cNvCxnSpPr>
          <p:nvPr/>
        </p:nvCxnSpPr>
        <p:spPr>
          <a:xfrm>
            <a:off x="879210" y="261796"/>
            <a:ext cx="232421" cy="128381"/>
          </a:xfrm>
          <a:prstGeom prst="bentConnector3">
            <a:avLst>
              <a:gd name="adj1" fmla="val 198356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27544C25-C1EF-D8D0-66FB-C3D37B40F395}"/>
              </a:ext>
            </a:extLst>
          </p:cNvPr>
          <p:cNvSpPr txBox="1"/>
          <p:nvPr/>
        </p:nvSpPr>
        <p:spPr>
          <a:xfrm>
            <a:off x="1152341" y="411117"/>
            <a:ext cx="160300" cy="81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LLM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6171509-0256-6353-869D-4620E6D49372}"/>
              </a:ext>
            </a:extLst>
          </p:cNvPr>
          <p:cNvSpPr txBox="1"/>
          <p:nvPr/>
        </p:nvSpPr>
        <p:spPr>
          <a:xfrm>
            <a:off x="12499" y="254848"/>
            <a:ext cx="566695" cy="99899"/>
          </a:xfrm>
          <a:prstGeom prst="rect">
            <a:avLst/>
          </a:prstGeom>
          <a:solidFill>
            <a:srgbClr val="FFC000"/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00" dirty="0"/>
              <a:t>ColPackAgent</a:t>
            </a:r>
          </a:p>
        </p:txBody>
      </p:sp>
    </p:spTree>
    <p:extLst>
      <p:ext uri="{BB962C8B-B14F-4D97-AF65-F5344CB8AC3E}">
        <p14:creationId xmlns:p14="http://schemas.microsoft.com/office/powerpoint/2010/main" val="256469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AI-generated content may be incorrect.">
            <a:extLst>
              <a:ext uri="{FF2B5EF4-FFF2-40B4-BE49-F238E27FC236}">
                <a16:creationId xmlns:a16="http://schemas.microsoft.com/office/drawing/2014/main" id="{7E330327-B5E4-3BBE-D224-3977AC10B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41" y="11008"/>
            <a:ext cx="275459" cy="2754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44E689-FAEF-474D-08C7-AEB7BB1E572C}"/>
              </a:ext>
            </a:extLst>
          </p:cNvPr>
          <p:cNvSpPr txBox="1"/>
          <p:nvPr/>
        </p:nvSpPr>
        <p:spPr>
          <a:xfrm>
            <a:off x="1490318" y="401647"/>
            <a:ext cx="195567" cy="1046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D5737-5939-C78C-7398-A096D9C374A1}"/>
              </a:ext>
            </a:extLst>
          </p:cNvPr>
          <p:cNvSpPr txBox="1"/>
          <p:nvPr/>
        </p:nvSpPr>
        <p:spPr>
          <a:xfrm>
            <a:off x="2157842" y="386004"/>
            <a:ext cx="540212" cy="1046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knowledge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33FC674-F6E9-1397-83E0-604E0E2377F4}"/>
              </a:ext>
            </a:extLst>
          </p:cNvPr>
          <p:cNvCxnSpPr>
            <a:cxnSpLocks/>
            <a:stCxn id="6" idx="3"/>
            <a:endCxn id="23" idx="0"/>
          </p:cNvCxnSpPr>
          <p:nvPr/>
        </p:nvCxnSpPr>
        <p:spPr>
          <a:xfrm>
            <a:off x="1043700" y="148738"/>
            <a:ext cx="651295" cy="435148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C47D77-8047-FC13-BC2C-82B0E3F07586}"/>
              </a:ext>
            </a:extLst>
          </p:cNvPr>
          <p:cNvSpPr txBox="1"/>
          <p:nvPr/>
        </p:nvSpPr>
        <p:spPr>
          <a:xfrm>
            <a:off x="1355542" y="583886"/>
            <a:ext cx="678905" cy="12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</a:t>
            </a:r>
            <a:r>
              <a:rPr lang="en-US" sz="900" dirty="0"/>
              <a:t> MCP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171BFBCE-E08E-540A-9220-E36B4DE3CCB3}"/>
              </a:ext>
            </a:extLst>
          </p:cNvPr>
          <p:cNvCxnSpPr>
            <a:cxnSpLocks/>
            <a:stCxn id="6" idx="3"/>
            <a:endCxn id="28" idx="0"/>
          </p:cNvCxnSpPr>
          <p:nvPr/>
        </p:nvCxnSpPr>
        <p:spPr>
          <a:xfrm>
            <a:off x="1043700" y="148738"/>
            <a:ext cx="1611263" cy="430890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6965419-25DA-64D1-B291-A85B53A97C88}"/>
              </a:ext>
            </a:extLst>
          </p:cNvPr>
          <p:cNvSpPr txBox="1"/>
          <p:nvPr/>
        </p:nvSpPr>
        <p:spPr>
          <a:xfrm>
            <a:off x="2334747" y="579628"/>
            <a:ext cx="640432" cy="12311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</a:t>
            </a:r>
            <a:r>
              <a:rPr lang="en-US" sz="900" dirty="0"/>
              <a:t> skill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7DE740-DE39-518A-BBB3-AFB9518BA48C}"/>
              </a:ext>
            </a:extLst>
          </p:cNvPr>
          <p:cNvSpPr txBox="1"/>
          <p:nvPr/>
        </p:nvSpPr>
        <p:spPr>
          <a:xfrm>
            <a:off x="396201" y="629578"/>
            <a:ext cx="566694" cy="1231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colpack.py</a:t>
            </a:r>
            <a:endParaRPr lang="en-US" sz="900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17311B9-C39B-81F7-FB69-B8E66A24E5B0}"/>
              </a:ext>
            </a:extLst>
          </p:cNvPr>
          <p:cNvSpPr/>
          <p:nvPr/>
        </p:nvSpPr>
        <p:spPr>
          <a:xfrm>
            <a:off x="636857" y="1010529"/>
            <a:ext cx="547457" cy="413241"/>
          </a:xfrm>
          <a:prstGeom prst="roundRect">
            <a:avLst>
              <a:gd name="adj" fmla="val 7724"/>
            </a:avLst>
          </a:prstGeom>
          <a:solidFill>
            <a:schemeClr val="accent6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0" rtlCol="0" anchor="ctr" anchorCtr="1"/>
          <a:lstStyle/>
          <a:p>
            <a:r>
              <a:rPr lang="en-US" sz="900" dirty="0">
                <a:solidFill>
                  <a:schemeClr val="tx1"/>
                </a:solidFill>
              </a:rPr>
              <a:t>initialize</a:t>
            </a:r>
          </a:p>
          <a:p>
            <a:r>
              <a:rPr lang="en-US" sz="900" dirty="0">
                <a:solidFill>
                  <a:schemeClr val="tx1"/>
                </a:solidFill>
              </a:rPr>
              <a:t>compress</a:t>
            </a:r>
          </a:p>
          <a:p>
            <a:r>
              <a:rPr lang="en-US" sz="900" dirty="0">
                <a:solidFill>
                  <a:schemeClr val="tx1"/>
                </a:solidFill>
              </a:rPr>
              <a:t>sample</a:t>
            </a:r>
          </a:p>
        </p:txBody>
      </p:sp>
      <p:pic>
        <p:nvPicPr>
          <p:cNvPr id="42" name="Picture 41" descr="A picture containing stationary&#10;&#10;AI-generated content may be incorrect.">
            <a:extLst>
              <a:ext uri="{FF2B5EF4-FFF2-40B4-BE49-F238E27FC236}">
                <a16:creationId xmlns:a16="http://schemas.microsoft.com/office/drawing/2014/main" id="{A93491ED-3F51-D5AB-5560-9879933D36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05" t="27923" r="27594" b="57295"/>
          <a:stretch>
            <a:fillRect/>
          </a:stretch>
        </p:blipFill>
        <p:spPr>
          <a:xfrm>
            <a:off x="81000" y="606935"/>
            <a:ext cx="348666" cy="14517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softEdge rad="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3C770E8-7437-D585-6854-00FB9C82D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5" y="1099471"/>
            <a:ext cx="380684" cy="363301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3CBBA21B-970C-86BD-DECA-78FA4DD5F900}"/>
              </a:ext>
            </a:extLst>
          </p:cNvPr>
          <p:cNvGrpSpPr/>
          <p:nvPr/>
        </p:nvGrpSpPr>
        <p:grpSpPr>
          <a:xfrm>
            <a:off x="1312157" y="707988"/>
            <a:ext cx="817816" cy="651792"/>
            <a:chOff x="1029858" y="780377"/>
            <a:chExt cx="817816" cy="651792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A93163F-A71F-D0B4-88EC-A5C181599074}"/>
                </a:ext>
              </a:extLst>
            </p:cNvPr>
            <p:cNvSpPr/>
            <p:nvPr/>
          </p:nvSpPr>
          <p:spPr>
            <a:xfrm>
              <a:off x="1029858" y="780377"/>
              <a:ext cx="817816" cy="651792"/>
            </a:xfrm>
            <a:prstGeom prst="roundRect">
              <a:avLst>
                <a:gd name="adj" fmla="val 7724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MCP tool: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problem setup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plan simulation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run simulation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analyze data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BDC9D24-C2C7-7AA6-CAC3-2BF088BA4821}"/>
                </a:ext>
              </a:extLst>
            </p:cNvPr>
            <p:cNvSpPr/>
            <p:nvPr/>
          </p:nvSpPr>
          <p:spPr>
            <a:xfrm>
              <a:off x="1044170" y="1161414"/>
              <a:ext cx="604766" cy="119223"/>
            </a:xfrm>
            <a:prstGeom prst="roundRect">
              <a:avLst>
                <a:gd name="adj" fmla="val 7724"/>
              </a:avLst>
            </a:prstGeom>
            <a:solidFill>
              <a:schemeClr val="accent6">
                <a:lumMod val="20000"/>
                <a:lumOff val="80000"/>
                <a:alpha val="39844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endParaRPr 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35729D9-49FE-4223-F6E2-009518E48B9B}"/>
              </a:ext>
            </a:extLst>
          </p:cNvPr>
          <p:cNvSpPr/>
          <p:nvPr/>
        </p:nvSpPr>
        <p:spPr>
          <a:xfrm>
            <a:off x="85559" y="778500"/>
            <a:ext cx="887581" cy="125632"/>
          </a:xfrm>
          <a:prstGeom prst="roundRect">
            <a:avLst>
              <a:gd name="adj" fmla="val 7724"/>
            </a:avLst>
          </a:prstGeom>
          <a:solidFill>
            <a:schemeClr val="accent6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0" rtlCol="0" anchor="ctr" anchorCtr="1"/>
          <a:lstStyle/>
          <a:p>
            <a:r>
              <a:rPr lang="en-US" sz="900" dirty="0">
                <a:solidFill>
                  <a:schemeClr val="tx1"/>
                </a:solidFill>
              </a:rPr>
              <a:t>workflow scripts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521D24D-25DA-C3F7-6FD5-61FFF7BB1928}"/>
              </a:ext>
            </a:extLst>
          </p:cNvPr>
          <p:cNvCxnSpPr>
            <a:cxnSpLocks/>
          </p:cNvCxnSpPr>
          <p:nvPr/>
        </p:nvCxnSpPr>
        <p:spPr>
          <a:xfrm flipH="1" flipV="1">
            <a:off x="1000125" y="841317"/>
            <a:ext cx="331081" cy="180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4B2C1CB-95CB-DC08-0DA1-44F227979212}"/>
              </a:ext>
            </a:extLst>
          </p:cNvPr>
          <p:cNvSpPr txBox="1"/>
          <p:nvPr/>
        </p:nvSpPr>
        <p:spPr>
          <a:xfrm>
            <a:off x="56653" y="968162"/>
            <a:ext cx="547458" cy="1231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MC engine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63F8A23-1AE5-500E-8623-6877749508B6}"/>
              </a:ext>
            </a:extLst>
          </p:cNvPr>
          <p:cNvCxnSpPr>
            <a:cxnSpLocks/>
          </p:cNvCxnSpPr>
          <p:nvPr/>
        </p:nvCxnSpPr>
        <p:spPr>
          <a:xfrm flipH="1">
            <a:off x="464307" y="1183378"/>
            <a:ext cx="130083" cy="177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40A2F5F-3B47-713E-DBE0-8B010C120D3C}"/>
              </a:ext>
            </a:extLst>
          </p:cNvPr>
          <p:cNvGrpSpPr/>
          <p:nvPr/>
        </p:nvGrpSpPr>
        <p:grpSpPr>
          <a:xfrm>
            <a:off x="2270588" y="699805"/>
            <a:ext cx="870565" cy="639625"/>
            <a:chOff x="2312771" y="807312"/>
            <a:chExt cx="870565" cy="639625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BDC0CE4A-AF56-B22D-AD16-B61B4B43300C}"/>
                </a:ext>
              </a:extLst>
            </p:cNvPr>
            <p:cNvSpPr/>
            <p:nvPr/>
          </p:nvSpPr>
          <p:spPr>
            <a:xfrm>
              <a:off x="2312771" y="807312"/>
              <a:ext cx="870565" cy="639625"/>
            </a:xfrm>
            <a:prstGeom prst="roundRect">
              <a:avLst>
                <a:gd name="adj" fmla="val 7724"/>
              </a:avLst>
            </a:prstGeom>
            <a:solidFill>
              <a:schemeClr val="bg1">
                <a:lumMod val="8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r>
                <a:rPr lang="en-US" sz="900" dirty="0" err="1">
                  <a:solidFill>
                    <a:schemeClr val="tx1"/>
                  </a:solidFill>
                </a:rPr>
                <a:t>SKILL.md</a:t>
              </a:r>
              <a:endParaRPr lang="en-US" sz="900" dirty="0">
                <a:solidFill>
                  <a:schemeClr val="tx1"/>
                </a:solidFill>
              </a:endParaRPr>
            </a:p>
            <a:p>
              <a:r>
                <a:rPr lang="en-US" sz="900" dirty="0">
                  <a:solidFill>
                    <a:schemeClr val="tx1"/>
                  </a:solidFill>
                </a:rPr>
                <a:t>references: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-setup  -execute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-plan    - analyze</a:t>
              </a: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54B20053-B8A1-28A4-1D23-6E70E91FB58A}"/>
                </a:ext>
              </a:extLst>
            </p:cNvPr>
            <p:cNvSpPr/>
            <p:nvPr/>
          </p:nvSpPr>
          <p:spPr>
            <a:xfrm>
              <a:off x="2328776" y="1113125"/>
              <a:ext cx="661602" cy="231841"/>
            </a:xfrm>
            <a:prstGeom prst="roundRect">
              <a:avLst>
                <a:gd name="adj" fmla="val 7724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pPr>
                <a:lnSpc>
                  <a:spcPct val="150000"/>
                </a:lnSpc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181231D4-2332-A577-DDE0-D30DB988B286}"/>
              </a:ext>
            </a:extLst>
          </p:cNvPr>
          <p:cNvCxnSpPr>
            <a:cxnSpLocks/>
            <a:stCxn id="81" idx="1"/>
            <a:endCxn id="39" idx="3"/>
          </p:cNvCxnSpPr>
          <p:nvPr/>
        </p:nvCxnSpPr>
        <p:spPr>
          <a:xfrm rot="10800000">
            <a:off x="2129973" y="1033885"/>
            <a:ext cx="156620" cy="876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73C08B8-6C80-2B4E-EB38-C8FFE0BD7E3A}"/>
              </a:ext>
            </a:extLst>
          </p:cNvPr>
          <p:cNvCxnSpPr>
            <a:cxnSpLocks/>
          </p:cNvCxnSpPr>
          <p:nvPr/>
        </p:nvCxnSpPr>
        <p:spPr>
          <a:xfrm flipH="1">
            <a:off x="1232491" y="1140450"/>
            <a:ext cx="122966" cy="4470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2315F4E8-B210-4C67-AA95-86A0AEF11AB2}"/>
              </a:ext>
            </a:extLst>
          </p:cNvPr>
          <p:cNvSpPr/>
          <p:nvPr/>
        </p:nvSpPr>
        <p:spPr>
          <a:xfrm>
            <a:off x="17300" y="523958"/>
            <a:ext cx="2052800" cy="1019197"/>
          </a:xfrm>
          <a:prstGeom prst="roundRect">
            <a:avLst>
              <a:gd name="adj" fmla="val 4785"/>
            </a:avLst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9BC1374A-3D3B-0C76-547D-C90BD138641D}"/>
              </a:ext>
            </a:extLst>
          </p:cNvPr>
          <p:cNvSpPr/>
          <p:nvPr/>
        </p:nvSpPr>
        <p:spPr>
          <a:xfrm>
            <a:off x="2210716" y="523955"/>
            <a:ext cx="789822" cy="878602"/>
          </a:xfrm>
          <a:prstGeom prst="roundRect">
            <a:avLst>
              <a:gd name="adj" fmla="val 4785"/>
            </a:avLst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CF727419-84E8-77C9-349E-A21A626C8F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339" y="310890"/>
            <a:ext cx="215164" cy="215164"/>
          </a:xfrm>
          <a:prstGeom prst="rect">
            <a:avLst/>
          </a:prstGeom>
        </p:spPr>
      </p:pic>
      <p:cxnSp>
        <p:nvCxnSpPr>
          <p:cNvPr id="165" name="Elbow Connector 164">
            <a:extLst>
              <a:ext uri="{FF2B5EF4-FFF2-40B4-BE49-F238E27FC236}">
                <a16:creationId xmlns:a16="http://schemas.microsoft.com/office/drawing/2014/main" id="{10D0E6C6-A8B0-DCEC-E27E-FE97F858B216}"/>
              </a:ext>
            </a:extLst>
          </p:cNvPr>
          <p:cNvCxnSpPr>
            <a:cxnSpLocks/>
            <a:stCxn id="6" idx="3"/>
            <a:endCxn id="160" idx="3"/>
          </p:cNvCxnSpPr>
          <p:nvPr/>
        </p:nvCxnSpPr>
        <p:spPr>
          <a:xfrm>
            <a:off x="1043700" y="148738"/>
            <a:ext cx="60803" cy="269734"/>
          </a:xfrm>
          <a:prstGeom prst="bentConnector3">
            <a:avLst>
              <a:gd name="adj1" fmla="val 475968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C0B3905C-349D-9CAE-D01F-0110C7256543}"/>
              </a:ext>
            </a:extLst>
          </p:cNvPr>
          <p:cNvSpPr txBox="1"/>
          <p:nvPr/>
        </p:nvSpPr>
        <p:spPr>
          <a:xfrm>
            <a:off x="1129097" y="411116"/>
            <a:ext cx="206788" cy="1046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LLM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1D16378-CDE6-DC38-03E4-16985056C6C2}"/>
              </a:ext>
            </a:extLst>
          </p:cNvPr>
          <p:cNvSpPr txBox="1"/>
          <p:nvPr/>
        </p:nvSpPr>
        <p:spPr>
          <a:xfrm>
            <a:off x="17689" y="26656"/>
            <a:ext cx="723789" cy="123111"/>
          </a:xfrm>
          <a:prstGeom prst="rect">
            <a:avLst/>
          </a:prstGeom>
          <a:solidFill>
            <a:srgbClr val="FFC000"/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ColPackAgent</a:t>
            </a:r>
          </a:p>
        </p:txBody>
      </p: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3079</TotalTime>
  <Words>86</Words>
  <Application>Microsoft Macintosh PowerPoint</Application>
  <PresentationFormat>Custom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586</cp:revision>
  <dcterms:created xsi:type="dcterms:W3CDTF">2025-06-28T21:43:08Z</dcterms:created>
  <dcterms:modified xsi:type="dcterms:W3CDTF">2026-04-07T20:26:55Z</dcterms:modified>
</cp:coreProperties>
</file>