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4056" r:id="rId1"/>
  </p:sldMasterIdLst>
  <p:notesMasterIdLst>
    <p:notesMasterId r:id="rId3"/>
  </p:notesMasterIdLst>
  <p:sldIdLst>
    <p:sldId id="258" r:id="rId2"/>
  </p:sldIdLst>
  <p:sldSz cx="3017838" cy="103346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173"/>
    <p:restoredTop sz="94700"/>
  </p:normalViewPr>
  <p:slideViewPr>
    <p:cSldViewPr snapToGrid="0">
      <p:cViewPr>
        <p:scale>
          <a:sx n="400" d="100"/>
          <a:sy n="400" d="100"/>
        </p:scale>
        <p:origin x="3040" y="28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E09832B-B52D-0744-ABFF-02B7CCDE2603}" type="datetimeFigureOut">
              <a:rPr lang="en-US" smtClean="0"/>
              <a:t>4/13/26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1076325" y="1143000"/>
            <a:ext cx="901065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0E3C068-E901-BA4A-BC63-D05E1DD6E8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20890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277" rtl="0" eaLnBrk="1" latinLnBrk="0" hangingPunct="1">
      <a:defRPr sz="1201" kern="1200">
        <a:solidFill>
          <a:schemeClr val="tx1"/>
        </a:solidFill>
        <a:latin typeface="+mn-lt"/>
        <a:ea typeface="+mn-ea"/>
        <a:cs typeface="+mn-cs"/>
      </a:defRPr>
    </a:lvl1pPr>
    <a:lvl2pPr marL="457139" algn="l" defTabSz="914277" rtl="0" eaLnBrk="1" latinLnBrk="0" hangingPunct="1">
      <a:defRPr sz="1201" kern="1200">
        <a:solidFill>
          <a:schemeClr val="tx1"/>
        </a:solidFill>
        <a:latin typeface="+mn-lt"/>
        <a:ea typeface="+mn-ea"/>
        <a:cs typeface="+mn-cs"/>
      </a:defRPr>
    </a:lvl2pPr>
    <a:lvl3pPr marL="914277" algn="l" defTabSz="914277" rtl="0" eaLnBrk="1" latinLnBrk="0" hangingPunct="1">
      <a:defRPr sz="1201" kern="1200">
        <a:solidFill>
          <a:schemeClr val="tx1"/>
        </a:solidFill>
        <a:latin typeface="+mn-lt"/>
        <a:ea typeface="+mn-ea"/>
        <a:cs typeface="+mn-cs"/>
      </a:defRPr>
    </a:lvl3pPr>
    <a:lvl4pPr marL="1371416" algn="l" defTabSz="914277" rtl="0" eaLnBrk="1" latinLnBrk="0" hangingPunct="1">
      <a:defRPr sz="1201" kern="1200">
        <a:solidFill>
          <a:schemeClr val="tx1"/>
        </a:solidFill>
        <a:latin typeface="+mn-lt"/>
        <a:ea typeface="+mn-ea"/>
        <a:cs typeface="+mn-cs"/>
      </a:defRPr>
    </a:lvl4pPr>
    <a:lvl5pPr marL="1828555" algn="l" defTabSz="914277" rtl="0" eaLnBrk="1" latinLnBrk="0" hangingPunct="1">
      <a:defRPr sz="1201" kern="1200">
        <a:solidFill>
          <a:schemeClr val="tx1"/>
        </a:solidFill>
        <a:latin typeface="+mn-lt"/>
        <a:ea typeface="+mn-ea"/>
        <a:cs typeface="+mn-cs"/>
      </a:defRPr>
    </a:lvl5pPr>
    <a:lvl6pPr marL="2285695" algn="l" defTabSz="914277" rtl="0" eaLnBrk="1" latinLnBrk="0" hangingPunct="1">
      <a:defRPr sz="1201" kern="1200">
        <a:solidFill>
          <a:schemeClr val="tx1"/>
        </a:solidFill>
        <a:latin typeface="+mn-lt"/>
        <a:ea typeface="+mn-ea"/>
        <a:cs typeface="+mn-cs"/>
      </a:defRPr>
    </a:lvl6pPr>
    <a:lvl7pPr marL="2742834" algn="l" defTabSz="914277" rtl="0" eaLnBrk="1" latinLnBrk="0" hangingPunct="1">
      <a:defRPr sz="1201" kern="1200">
        <a:solidFill>
          <a:schemeClr val="tx1"/>
        </a:solidFill>
        <a:latin typeface="+mn-lt"/>
        <a:ea typeface="+mn-ea"/>
        <a:cs typeface="+mn-cs"/>
      </a:defRPr>
    </a:lvl7pPr>
    <a:lvl8pPr marL="3199972" algn="l" defTabSz="914277" rtl="0" eaLnBrk="1" latinLnBrk="0" hangingPunct="1">
      <a:defRPr sz="1201" kern="1200">
        <a:solidFill>
          <a:schemeClr val="tx1"/>
        </a:solidFill>
        <a:latin typeface="+mn-lt"/>
        <a:ea typeface="+mn-ea"/>
        <a:cs typeface="+mn-cs"/>
      </a:defRPr>
    </a:lvl8pPr>
    <a:lvl9pPr marL="3657111" algn="l" defTabSz="914277" rtl="0" eaLnBrk="1" latinLnBrk="0" hangingPunct="1">
      <a:defRPr sz="1201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E99BF5-564D-4F86-6631-15E1A52245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74B0926-3049-E577-0DD3-C12CA22B291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-1076325" y="1143000"/>
            <a:ext cx="9010650" cy="3086100"/>
          </a:xfrm>
        </p:spPr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035053B-DDD1-B9BB-0D25-7DD1821E86D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35346B-C31B-2C4E-EE98-D6B7B0F3374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0E3C068-E901-BA4A-BC63-D05E1DD6E85B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095681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77230" y="169134"/>
            <a:ext cx="2263379" cy="359798"/>
          </a:xfrm>
        </p:spPr>
        <p:txBody>
          <a:bodyPr anchor="b"/>
          <a:lstStyle>
            <a:lvl1pPr algn="ctr">
              <a:defRPr sz="904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77230" y="542808"/>
            <a:ext cx="2263379" cy="249514"/>
          </a:xfrm>
        </p:spPr>
        <p:txBody>
          <a:bodyPr/>
          <a:lstStyle>
            <a:lvl1pPr marL="0" indent="0" algn="ctr">
              <a:buNone/>
              <a:defRPr sz="362"/>
            </a:lvl1pPr>
            <a:lvl2pPr marL="68900" indent="0" algn="ctr">
              <a:buNone/>
              <a:defRPr sz="301"/>
            </a:lvl2pPr>
            <a:lvl3pPr marL="137800" indent="0" algn="ctr">
              <a:buNone/>
              <a:defRPr sz="271"/>
            </a:lvl3pPr>
            <a:lvl4pPr marL="206700" indent="0" algn="ctr">
              <a:buNone/>
              <a:defRPr sz="241"/>
            </a:lvl4pPr>
            <a:lvl5pPr marL="275600" indent="0" algn="ctr">
              <a:buNone/>
              <a:defRPr sz="241"/>
            </a:lvl5pPr>
            <a:lvl6pPr marL="344500" indent="0" algn="ctr">
              <a:buNone/>
              <a:defRPr sz="241"/>
            </a:lvl6pPr>
            <a:lvl7pPr marL="413400" indent="0" algn="ctr">
              <a:buNone/>
              <a:defRPr sz="241"/>
            </a:lvl7pPr>
            <a:lvl8pPr marL="482300" indent="0" algn="ctr">
              <a:buNone/>
              <a:defRPr sz="241"/>
            </a:lvl8pPr>
            <a:lvl9pPr marL="551200" indent="0" algn="ctr">
              <a:buNone/>
              <a:defRPr sz="241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A9DD7B-0A7F-7E4B-9645-A4D458B11C0D}" type="datetimeFigureOut">
              <a:rPr lang="en-US" smtClean="0"/>
              <a:t>4/13/26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8131CB-75C1-DC46-BD74-B93ACDA309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39080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A9DD7B-0A7F-7E4B-9645-A4D458B11C0D}" type="datetimeFigureOut">
              <a:rPr lang="en-US" smtClean="0"/>
              <a:t>4/13/26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8131CB-75C1-DC46-BD74-B93ACDA309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75702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5905" y="257648"/>
            <a:ext cx="2602885" cy="429892"/>
          </a:xfrm>
        </p:spPr>
        <p:txBody>
          <a:bodyPr anchor="b"/>
          <a:lstStyle>
            <a:lvl1pPr>
              <a:defRPr sz="904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5905" y="691607"/>
            <a:ext cx="2602885" cy="226070"/>
          </a:xfrm>
        </p:spPr>
        <p:txBody>
          <a:bodyPr/>
          <a:lstStyle>
            <a:lvl1pPr marL="0" indent="0">
              <a:buNone/>
              <a:defRPr sz="362">
                <a:solidFill>
                  <a:schemeClr val="tx1">
                    <a:tint val="82000"/>
                  </a:schemeClr>
                </a:solidFill>
              </a:defRPr>
            </a:lvl1pPr>
            <a:lvl2pPr marL="68900" indent="0">
              <a:buNone/>
              <a:defRPr sz="301">
                <a:solidFill>
                  <a:schemeClr val="tx1">
                    <a:tint val="82000"/>
                  </a:schemeClr>
                </a:solidFill>
              </a:defRPr>
            </a:lvl2pPr>
            <a:lvl3pPr marL="137800" indent="0">
              <a:buNone/>
              <a:defRPr sz="271">
                <a:solidFill>
                  <a:schemeClr val="tx1">
                    <a:tint val="82000"/>
                  </a:schemeClr>
                </a:solidFill>
              </a:defRPr>
            </a:lvl3pPr>
            <a:lvl4pPr marL="206700" indent="0">
              <a:buNone/>
              <a:defRPr sz="241">
                <a:solidFill>
                  <a:schemeClr val="tx1">
                    <a:tint val="82000"/>
                  </a:schemeClr>
                </a:solidFill>
              </a:defRPr>
            </a:lvl4pPr>
            <a:lvl5pPr marL="275600" indent="0">
              <a:buNone/>
              <a:defRPr sz="241">
                <a:solidFill>
                  <a:schemeClr val="tx1">
                    <a:tint val="82000"/>
                  </a:schemeClr>
                </a:solidFill>
              </a:defRPr>
            </a:lvl5pPr>
            <a:lvl6pPr marL="344500" indent="0">
              <a:buNone/>
              <a:defRPr sz="241">
                <a:solidFill>
                  <a:schemeClr val="tx1">
                    <a:tint val="82000"/>
                  </a:schemeClr>
                </a:solidFill>
              </a:defRPr>
            </a:lvl6pPr>
            <a:lvl7pPr marL="413400" indent="0">
              <a:buNone/>
              <a:defRPr sz="241">
                <a:solidFill>
                  <a:schemeClr val="tx1">
                    <a:tint val="82000"/>
                  </a:schemeClr>
                </a:solidFill>
              </a:defRPr>
            </a:lvl7pPr>
            <a:lvl8pPr marL="482300" indent="0">
              <a:buNone/>
              <a:defRPr sz="241">
                <a:solidFill>
                  <a:schemeClr val="tx1">
                    <a:tint val="82000"/>
                  </a:schemeClr>
                </a:solidFill>
              </a:defRPr>
            </a:lvl8pPr>
            <a:lvl9pPr marL="551200" indent="0">
              <a:buNone/>
              <a:defRPr sz="241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A9DD7B-0A7F-7E4B-9645-A4D458B11C0D}" type="datetimeFigureOut">
              <a:rPr lang="en-US" smtClean="0"/>
              <a:t>4/13/26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8131CB-75C1-DC46-BD74-B93ACDA309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00599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07476" y="275112"/>
            <a:ext cx="1282581" cy="65572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27781" y="275112"/>
            <a:ext cx="1282581" cy="65572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A9DD7B-0A7F-7E4B-9645-A4D458B11C0D}" type="datetimeFigureOut">
              <a:rPr lang="en-US" smtClean="0"/>
              <a:t>4/13/26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8131CB-75C1-DC46-BD74-B93ACDA309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8376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7870" y="55022"/>
            <a:ext cx="2602885" cy="19975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7869" y="253342"/>
            <a:ext cx="1276687" cy="124159"/>
          </a:xfrm>
        </p:spPr>
        <p:txBody>
          <a:bodyPr anchor="b"/>
          <a:lstStyle>
            <a:lvl1pPr marL="0" indent="0">
              <a:buNone/>
              <a:defRPr sz="362" b="1"/>
            </a:lvl1pPr>
            <a:lvl2pPr marL="68900" indent="0">
              <a:buNone/>
              <a:defRPr sz="301" b="1"/>
            </a:lvl2pPr>
            <a:lvl3pPr marL="137800" indent="0">
              <a:buNone/>
              <a:defRPr sz="271" b="1"/>
            </a:lvl3pPr>
            <a:lvl4pPr marL="206700" indent="0">
              <a:buNone/>
              <a:defRPr sz="241" b="1"/>
            </a:lvl4pPr>
            <a:lvl5pPr marL="275600" indent="0">
              <a:buNone/>
              <a:defRPr sz="241" b="1"/>
            </a:lvl5pPr>
            <a:lvl6pPr marL="344500" indent="0">
              <a:buNone/>
              <a:defRPr sz="241" b="1"/>
            </a:lvl6pPr>
            <a:lvl7pPr marL="413400" indent="0">
              <a:buNone/>
              <a:defRPr sz="241" b="1"/>
            </a:lvl7pPr>
            <a:lvl8pPr marL="482300" indent="0">
              <a:buNone/>
              <a:defRPr sz="241" b="1"/>
            </a:lvl8pPr>
            <a:lvl9pPr marL="551200" indent="0">
              <a:buNone/>
              <a:defRPr sz="241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07869" y="377501"/>
            <a:ext cx="1276687" cy="55524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527781" y="253342"/>
            <a:ext cx="1282974" cy="124159"/>
          </a:xfrm>
        </p:spPr>
        <p:txBody>
          <a:bodyPr anchor="b"/>
          <a:lstStyle>
            <a:lvl1pPr marL="0" indent="0">
              <a:buNone/>
              <a:defRPr sz="362" b="1"/>
            </a:lvl1pPr>
            <a:lvl2pPr marL="68900" indent="0">
              <a:buNone/>
              <a:defRPr sz="301" b="1"/>
            </a:lvl2pPr>
            <a:lvl3pPr marL="137800" indent="0">
              <a:buNone/>
              <a:defRPr sz="271" b="1"/>
            </a:lvl3pPr>
            <a:lvl4pPr marL="206700" indent="0">
              <a:buNone/>
              <a:defRPr sz="241" b="1"/>
            </a:lvl4pPr>
            <a:lvl5pPr marL="275600" indent="0">
              <a:buNone/>
              <a:defRPr sz="241" b="1"/>
            </a:lvl5pPr>
            <a:lvl6pPr marL="344500" indent="0">
              <a:buNone/>
              <a:defRPr sz="241" b="1"/>
            </a:lvl6pPr>
            <a:lvl7pPr marL="413400" indent="0">
              <a:buNone/>
              <a:defRPr sz="241" b="1"/>
            </a:lvl7pPr>
            <a:lvl8pPr marL="482300" indent="0">
              <a:buNone/>
              <a:defRPr sz="241" b="1"/>
            </a:lvl8pPr>
            <a:lvl9pPr marL="551200" indent="0">
              <a:buNone/>
              <a:defRPr sz="241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527781" y="377501"/>
            <a:ext cx="1282974" cy="55524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A9DD7B-0A7F-7E4B-9645-A4D458B11C0D}" type="datetimeFigureOut">
              <a:rPr lang="en-US" smtClean="0"/>
              <a:t>4/13/26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8131CB-75C1-DC46-BD74-B93ACDA309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18322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A9DD7B-0A7F-7E4B-9645-A4D458B11C0D}" type="datetimeFigureOut">
              <a:rPr lang="en-US" smtClean="0"/>
              <a:t>4/13/26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8131CB-75C1-DC46-BD74-B93ACDA309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46629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A9DD7B-0A7F-7E4B-9645-A4D458B11C0D}" type="datetimeFigureOut">
              <a:rPr lang="en-US" smtClean="0"/>
              <a:t>4/13/26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8131CB-75C1-DC46-BD74-B93ACDA309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13311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7870" y="68898"/>
            <a:ext cx="973331" cy="241141"/>
          </a:xfrm>
        </p:spPr>
        <p:txBody>
          <a:bodyPr anchor="b"/>
          <a:lstStyle>
            <a:lvl1pPr>
              <a:defRPr sz="482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82974" y="148799"/>
            <a:ext cx="1527780" cy="734429"/>
          </a:xfrm>
        </p:spPr>
        <p:txBody>
          <a:bodyPr/>
          <a:lstStyle>
            <a:lvl1pPr>
              <a:defRPr sz="482"/>
            </a:lvl1pPr>
            <a:lvl2pPr>
              <a:defRPr sz="422"/>
            </a:lvl2pPr>
            <a:lvl3pPr>
              <a:defRPr sz="362"/>
            </a:lvl3pPr>
            <a:lvl4pPr>
              <a:defRPr sz="301"/>
            </a:lvl4pPr>
            <a:lvl5pPr>
              <a:defRPr sz="301"/>
            </a:lvl5pPr>
            <a:lvl6pPr>
              <a:defRPr sz="301"/>
            </a:lvl6pPr>
            <a:lvl7pPr>
              <a:defRPr sz="301"/>
            </a:lvl7pPr>
            <a:lvl8pPr>
              <a:defRPr sz="301"/>
            </a:lvl8pPr>
            <a:lvl9pPr>
              <a:defRPr sz="301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07870" y="310039"/>
            <a:ext cx="973331" cy="574385"/>
          </a:xfrm>
        </p:spPr>
        <p:txBody>
          <a:bodyPr/>
          <a:lstStyle>
            <a:lvl1pPr marL="0" indent="0">
              <a:buNone/>
              <a:defRPr sz="241"/>
            </a:lvl1pPr>
            <a:lvl2pPr marL="68900" indent="0">
              <a:buNone/>
              <a:defRPr sz="211"/>
            </a:lvl2pPr>
            <a:lvl3pPr marL="137800" indent="0">
              <a:buNone/>
              <a:defRPr sz="181"/>
            </a:lvl3pPr>
            <a:lvl4pPr marL="206700" indent="0">
              <a:buNone/>
              <a:defRPr sz="151"/>
            </a:lvl4pPr>
            <a:lvl5pPr marL="275600" indent="0">
              <a:buNone/>
              <a:defRPr sz="151"/>
            </a:lvl5pPr>
            <a:lvl6pPr marL="344500" indent="0">
              <a:buNone/>
              <a:defRPr sz="151"/>
            </a:lvl6pPr>
            <a:lvl7pPr marL="413400" indent="0">
              <a:buNone/>
              <a:defRPr sz="151"/>
            </a:lvl7pPr>
            <a:lvl8pPr marL="482300" indent="0">
              <a:buNone/>
              <a:defRPr sz="151"/>
            </a:lvl8pPr>
            <a:lvl9pPr marL="551200" indent="0">
              <a:buNone/>
              <a:defRPr sz="15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A9DD7B-0A7F-7E4B-9645-A4D458B11C0D}" type="datetimeFigureOut">
              <a:rPr lang="en-US" smtClean="0"/>
              <a:t>4/13/26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8131CB-75C1-DC46-BD74-B93ACDA309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0026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7870" y="68898"/>
            <a:ext cx="973331" cy="241141"/>
          </a:xfrm>
        </p:spPr>
        <p:txBody>
          <a:bodyPr anchor="b"/>
          <a:lstStyle>
            <a:lvl1pPr>
              <a:defRPr sz="482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282974" y="148799"/>
            <a:ext cx="1527780" cy="734429"/>
          </a:xfrm>
        </p:spPr>
        <p:txBody>
          <a:bodyPr anchor="t"/>
          <a:lstStyle>
            <a:lvl1pPr marL="0" indent="0">
              <a:buNone/>
              <a:defRPr sz="482"/>
            </a:lvl1pPr>
            <a:lvl2pPr marL="68900" indent="0">
              <a:buNone/>
              <a:defRPr sz="422"/>
            </a:lvl2pPr>
            <a:lvl3pPr marL="137800" indent="0">
              <a:buNone/>
              <a:defRPr sz="362"/>
            </a:lvl3pPr>
            <a:lvl4pPr marL="206700" indent="0">
              <a:buNone/>
              <a:defRPr sz="301"/>
            </a:lvl4pPr>
            <a:lvl5pPr marL="275600" indent="0">
              <a:buNone/>
              <a:defRPr sz="301"/>
            </a:lvl5pPr>
            <a:lvl6pPr marL="344500" indent="0">
              <a:buNone/>
              <a:defRPr sz="301"/>
            </a:lvl6pPr>
            <a:lvl7pPr marL="413400" indent="0">
              <a:buNone/>
              <a:defRPr sz="301"/>
            </a:lvl7pPr>
            <a:lvl8pPr marL="482300" indent="0">
              <a:buNone/>
              <a:defRPr sz="301"/>
            </a:lvl8pPr>
            <a:lvl9pPr marL="551200" indent="0">
              <a:buNone/>
              <a:defRPr sz="301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07870" y="310039"/>
            <a:ext cx="973331" cy="574385"/>
          </a:xfrm>
        </p:spPr>
        <p:txBody>
          <a:bodyPr/>
          <a:lstStyle>
            <a:lvl1pPr marL="0" indent="0">
              <a:buNone/>
              <a:defRPr sz="241"/>
            </a:lvl1pPr>
            <a:lvl2pPr marL="68900" indent="0">
              <a:buNone/>
              <a:defRPr sz="211"/>
            </a:lvl2pPr>
            <a:lvl3pPr marL="137800" indent="0">
              <a:buNone/>
              <a:defRPr sz="181"/>
            </a:lvl3pPr>
            <a:lvl4pPr marL="206700" indent="0">
              <a:buNone/>
              <a:defRPr sz="151"/>
            </a:lvl4pPr>
            <a:lvl5pPr marL="275600" indent="0">
              <a:buNone/>
              <a:defRPr sz="151"/>
            </a:lvl5pPr>
            <a:lvl6pPr marL="344500" indent="0">
              <a:buNone/>
              <a:defRPr sz="151"/>
            </a:lvl6pPr>
            <a:lvl7pPr marL="413400" indent="0">
              <a:buNone/>
              <a:defRPr sz="151"/>
            </a:lvl7pPr>
            <a:lvl8pPr marL="482300" indent="0">
              <a:buNone/>
              <a:defRPr sz="151"/>
            </a:lvl8pPr>
            <a:lvl9pPr marL="551200" indent="0">
              <a:buNone/>
              <a:defRPr sz="15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A9DD7B-0A7F-7E4B-9645-A4D458B11C0D}" type="datetimeFigureOut">
              <a:rPr lang="en-US" smtClean="0"/>
              <a:t>4/13/26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8131CB-75C1-DC46-BD74-B93ACDA309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05399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A9DD7B-0A7F-7E4B-9645-A4D458B11C0D}" type="datetimeFigureOut">
              <a:rPr lang="en-US" smtClean="0"/>
              <a:t>4/13/26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8131CB-75C1-DC46-BD74-B93ACDA309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37760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2159640" y="55022"/>
            <a:ext cx="650721" cy="875812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07476" y="55022"/>
            <a:ext cx="1914441" cy="87581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A9DD7B-0A7F-7E4B-9645-A4D458B11C0D}" type="datetimeFigureOut">
              <a:rPr lang="en-US" smtClean="0"/>
              <a:t>4/13/26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8131CB-75C1-DC46-BD74-B93ACDA309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2442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07477" y="55022"/>
            <a:ext cx="2602885" cy="19975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7477" y="275112"/>
            <a:ext cx="2602885" cy="65572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07476" y="957867"/>
            <a:ext cx="679014" cy="5502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81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CA9DD7B-0A7F-7E4B-9645-A4D458B11C0D}" type="datetimeFigureOut">
              <a:rPr lang="en-US" smtClean="0"/>
              <a:t>4/13/26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99659" y="957867"/>
            <a:ext cx="1018520" cy="5502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81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131348" y="957867"/>
            <a:ext cx="679014" cy="5502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1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F8131CB-75C1-DC46-BD74-B93ACDA309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208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57" r:id="rId1"/>
    <p:sldLayoutId id="2147484058" r:id="rId2"/>
    <p:sldLayoutId id="2147484059" r:id="rId3"/>
    <p:sldLayoutId id="2147484060" r:id="rId4"/>
    <p:sldLayoutId id="2147484061" r:id="rId5"/>
    <p:sldLayoutId id="2147484062" r:id="rId6"/>
    <p:sldLayoutId id="2147484063" r:id="rId7"/>
    <p:sldLayoutId id="2147484064" r:id="rId8"/>
    <p:sldLayoutId id="2147484065" r:id="rId9"/>
    <p:sldLayoutId id="2147484066" r:id="rId10"/>
    <p:sldLayoutId id="2147484067" r:id="rId11"/>
  </p:sldLayoutIdLst>
  <p:txStyles>
    <p:titleStyle>
      <a:lvl1pPr algn="l" defTabSz="137800" rtl="0" eaLnBrk="1" latinLnBrk="0" hangingPunct="1">
        <a:lnSpc>
          <a:spcPct val="90000"/>
        </a:lnSpc>
        <a:spcBef>
          <a:spcPct val="0"/>
        </a:spcBef>
        <a:buNone/>
        <a:defRPr sz="663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450" indent="-34450" algn="l" defTabSz="137800" rtl="0" eaLnBrk="1" latinLnBrk="0" hangingPunct="1">
        <a:lnSpc>
          <a:spcPct val="90000"/>
        </a:lnSpc>
        <a:spcBef>
          <a:spcPts val="151"/>
        </a:spcBef>
        <a:buFont typeface="Arial" panose="020B0604020202020204" pitchFamily="34" charset="0"/>
        <a:buChar char="•"/>
        <a:defRPr sz="422" kern="1200">
          <a:solidFill>
            <a:schemeClr val="tx1"/>
          </a:solidFill>
          <a:latin typeface="+mn-lt"/>
          <a:ea typeface="+mn-ea"/>
          <a:cs typeface="+mn-cs"/>
        </a:defRPr>
      </a:lvl1pPr>
      <a:lvl2pPr marL="103350" indent="-34450" algn="l" defTabSz="137800" rtl="0" eaLnBrk="1" latinLnBrk="0" hangingPunct="1">
        <a:lnSpc>
          <a:spcPct val="90000"/>
        </a:lnSpc>
        <a:spcBef>
          <a:spcPts val="75"/>
        </a:spcBef>
        <a:buFont typeface="Arial" panose="020B0604020202020204" pitchFamily="34" charset="0"/>
        <a:buChar char="•"/>
        <a:defRPr sz="362" kern="1200">
          <a:solidFill>
            <a:schemeClr val="tx1"/>
          </a:solidFill>
          <a:latin typeface="+mn-lt"/>
          <a:ea typeface="+mn-ea"/>
          <a:cs typeface="+mn-cs"/>
        </a:defRPr>
      </a:lvl2pPr>
      <a:lvl3pPr marL="172250" indent="-34450" algn="l" defTabSz="137800" rtl="0" eaLnBrk="1" latinLnBrk="0" hangingPunct="1">
        <a:lnSpc>
          <a:spcPct val="90000"/>
        </a:lnSpc>
        <a:spcBef>
          <a:spcPts val="75"/>
        </a:spcBef>
        <a:buFont typeface="Arial" panose="020B0604020202020204" pitchFamily="34" charset="0"/>
        <a:buChar char="•"/>
        <a:defRPr sz="301" kern="1200">
          <a:solidFill>
            <a:schemeClr val="tx1"/>
          </a:solidFill>
          <a:latin typeface="+mn-lt"/>
          <a:ea typeface="+mn-ea"/>
          <a:cs typeface="+mn-cs"/>
        </a:defRPr>
      </a:lvl3pPr>
      <a:lvl4pPr marL="241150" indent="-34450" algn="l" defTabSz="137800" rtl="0" eaLnBrk="1" latinLnBrk="0" hangingPunct="1">
        <a:lnSpc>
          <a:spcPct val="90000"/>
        </a:lnSpc>
        <a:spcBef>
          <a:spcPts val="75"/>
        </a:spcBef>
        <a:buFont typeface="Arial" panose="020B0604020202020204" pitchFamily="34" charset="0"/>
        <a:buChar char="•"/>
        <a:defRPr sz="271" kern="1200">
          <a:solidFill>
            <a:schemeClr val="tx1"/>
          </a:solidFill>
          <a:latin typeface="+mn-lt"/>
          <a:ea typeface="+mn-ea"/>
          <a:cs typeface="+mn-cs"/>
        </a:defRPr>
      </a:lvl4pPr>
      <a:lvl5pPr marL="310050" indent="-34450" algn="l" defTabSz="137800" rtl="0" eaLnBrk="1" latinLnBrk="0" hangingPunct="1">
        <a:lnSpc>
          <a:spcPct val="90000"/>
        </a:lnSpc>
        <a:spcBef>
          <a:spcPts val="75"/>
        </a:spcBef>
        <a:buFont typeface="Arial" panose="020B0604020202020204" pitchFamily="34" charset="0"/>
        <a:buChar char="•"/>
        <a:defRPr sz="271" kern="1200">
          <a:solidFill>
            <a:schemeClr val="tx1"/>
          </a:solidFill>
          <a:latin typeface="+mn-lt"/>
          <a:ea typeface="+mn-ea"/>
          <a:cs typeface="+mn-cs"/>
        </a:defRPr>
      </a:lvl5pPr>
      <a:lvl6pPr marL="378950" indent="-34450" algn="l" defTabSz="137800" rtl="0" eaLnBrk="1" latinLnBrk="0" hangingPunct="1">
        <a:lnSpc>
          <a:spcPct val="90000"/>
        </a:lnSpc>
        <a:spcBef>
          <a:spcPts val="75"/>
        </a:spcBef>
        <a:buFont typeface="Arial" panose="020B0604020202020204" pitchFamily="34" charset="0"/>
        <a:buChar char="•"/>
        <a:defRPr sz="271" kern="1200">
          <a:solidFill>
            <a:schemeClr val="tx1"/>
          </a:solidFill>
          <a:latin typeface="+mn-lt"/>
          <a:ea typeface="+mn-ea"/>
          <a:cs typeface="+mn-cs"/>
        </a:defRPr>
      </a:lvl6pPr>
      <a:lvl7pPr marL="447850" indent="-34450" algn="l" defTabSz="137800" rtl="0" eaLnBrk="1" latinLnBrk="0" hangingPunct="1">
        <a:lnSpc>
          <a:spcPct val="90000"/>
        </a:lnSpc>
        <a:spcBef>
          <a:spcPts val="75"/>
        </a:spcBef>
        <a:buFont typeface="Arial" panose="020B0604020202020204" pitchFamily="34" charset="0"/>
        <a:buChar char="•"/>
        <a:defRPr sz="271" kern="1200">
          <a:solidFill>
            <a:schemeClr val="tx1"/>
          </a:solidFill>
          <a:latin typeface="+mn-lt"/>
          <a:ea typeface="+mn-ea"/>
          <a:cs typeface="+mn-cs"/>
        </a:defRPr>
      </a:lvl7pPr>
      <a:lvl8pPr marL="516750" indent="-34450" algn="l" defTabSz="137800" rtl="0" eaLnBrk="1" latinLnBrk="0" hangingPunct="1">
        <a:lnSpc>
          <a:spcPct val="90000"/>
        </a:lnSpc>
        <a:spcBef>
          <a:spcPts val="75"/>
        </a:spcBef>
        <a:buFont typeface="Arial" panose="020B0604020202020204" pitchFamily="34" charset="0"/>
        <a:buChar char="•"/>
        <a:defRPr sz="271" kern="1200">
          <a:solidFill>
            <a:schemeClr val="tx1"/>
          </a:solidFill>
          <a:latin typeface="+mn-lt"/>
          <a:ea typeface="+mn-ea"/>
          <a:cs typeface="+mn-cs"/>
        </a:defRPr>
      </a:lvl8pPr>
      <a:lvl9pPr marL="585650" indent="-34450" algn="l" defTabSz="137800" rtl="0" eaLnBrk="1" latinLnBrk="0" hangingPunct="1">
        <a:lnSpc>
          <a:spcPct val="90000"/>
        </a:lnSpc>
        <a:spcBef>
          <a:spcPts val="75"/>
        </a:spcBef>
        <a:buFont typeface="Arial" panose="020B0604020202020204" pitchFamily="34" charset="0"/>
        <a:buChar char="•"/>
        <a:defRPr sz="271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37800" rtl="0" eaLnBrk="1" latinLnBrk="0" hangingPunct="1">
        <a:defRPr sz="271" kern="1200">
          <a:solidFill>
            <a:schemeClr val="tx1"/>
          </a:solidFill>
          <a:latin typeface="+mn-lt"/>
          <a:ea typeface="+mn-ea"/>
          <a:cs typeface="+mn-cs"/>
        </a:defRPr>
      </a:lvl1pPr>
      <a:lvl2pPr marL="68900" algn="l" defTabSz="137800" rtl="0" eaLnBrk="1" latinLnBrk="0" hangingPunct="1">
        <a:defRPr sz="271" kern="1200">
          <a:solidFill>
            <a:schemeClr val="tx1"/>
          </a:solidFill>
          <a:latin typeface="+mn-lt"/>
          <a:ea typeface="+mn-ea"/>
          <a:cs typeface="+mn-cs"/>
        </a:defRPr>
      </a:lvl2pPr>
      <a:lvl3pPr marL="137800" algn="l" defTabSz="137800" rtl="0" eaLnBrk="1" latinLnBrk="0" hangingPunct="1">
        <a:defRPr sz="271" kern="1200">
          <a:solidFill>
            <a:schemeClr val="tx1"/>
          </a:solidFill>
          <a:latin typeface="+mn-lt"/>
          <a:ea typeface="+mn-ea"/>
          <a:cs typeface="+mn-cs"/>
        </a:defRPr>
      </a:lvl3pPr>
      <a:lvl4pPr marL="206700" algn="l" defTabSz="137800" rtl="0" eaLnBrk="1" latinLnBrk="0" hangingPunct="1">
        <a:defRPr sz="271" kern="1200">
          <a:solidFill>
            <a:schemeClr val="tx1"/>
          </a:solidFill>
          <a:latin typeface="+mn-lt"/>
          <a:ea typeface="+mn-ea"/>
          <a:cs typeface="+mn-cs"/>
        </a:defRPr>
      </a:lvl4pPr>
      <a:lvl5pPr marL="275600" algn="l" defTabSz="137800" rtl="0" eaLnBrk="1" latinLnBrk="0" hangingPunct="1">
        <a:defRPr sz="271" kern="1200">
          <a:solidFill>
            <a:schemeClr val="tx1"/>
          </a:solidFill>
          <a:latin typeface="+mn-lt"/>
          <a:ea typeface="+mn-ea"/>
          <a:cs typeface="+mn-cs"/>
        </a:defRPr>
      </a:lvl5pPr>
      <a:lvl6pPr marL="344500" algn="l" defTabSz="137800" rtl="0" eaLnBrk="1" latinLnBrk="0" hangingPunct="1">
        <a:defRPr sz="271" kern="1200">
          <a:solidFill>
            <a:schemeClr val="tx1"/>
          </a:solidFill>
          <a:latin typeface="+mn-lt"/>
          <a:ea typeface="+mn-ea"/>
          <a:cs typeface="+mn-cs"/>
        </a:defRPr>
      </a:lvl6pPr>
      <a:lvl7pPr marL="413400" algn="l" defTabSz="137800" rtl="0" eaLnBrk="1" latinLnBrk="0" hangingPunct="1">
        <a:defRPr sz="271" kern="1200">
          <a:solidFill>
            <a:schemeClr val="tx1"/>
          </a:solidFill>
          <a:latin typeface="+mn-lt"/>
          <a:ea typeface="+mn-ea"/>
          <a:cs typeface="+mn-cs"/>
        </a:defRPr>
      </a:lvl7pPr>
      <a:lvl8pPr marL="482300" algn="l" defTabSz="137800" rtl="0" eaLnBrk="1" latinLnBrk="0" hangingPunct="1">
        <a:defRPr sz="271" kern="1200">
          <a:solidFill>
            <a:schemeClr val="tx1"/>
          </a:solidFill>
          <a:latin typeface="+mn-lt"/>
          <a:ea typeface="+mn-ea"/>
          <a:cs typeface="+mn-cs"/>
        </a:defRPr>
      </a:lvl8pPr>
      <a:lvl9pPr marL="551200" algn="l" defTabSz="137800" rtl="0" eaLnBrk="1" latinLnBrk="0" hangingPunct="1">
        <a:defRPr sz="27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089DD3-E5F7-DF68-C110-2D11F128F1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" name="Group 25">
            <a:extLst>
              <a:ext uri="{FF2B5EF4-FFF2-40B4-BE49-F238E27FC236}">
                <a16:creationId xmlns:a16="http://schemas.microsoft.com/office/drawing/2014/main" id="{65A3BA6E-FC8F-1FD2-099B-BAA3165FA6F6}"/>
              </a:ext>
            </a:extLst>
          </p:cNvPr>
          <p:cNvGrpSpPr/>
          <p:nvPr/>
        </p:nvGrpSpPr>
        <p:grpSpPr>
          <a:xfrm>
            <a:off x="6350" y="12700"/>
            <a:ext cx="980518" cy="1009458"/>
            <a:chOff x="-6350" y="0"/>
            <a:chExt cx="980518" cy="1009458"/>
          </a:xfrm>
        </p:grpSpPr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A25FC328-78A1-6685-734C-08BEE0D7A43F}"/>
                </a:ext>
              </a:extLst>
            </p:cNvPr>
            <p:cNvGrpSpPr/>
            <p:nvPr/>
          </p:nvGrpSpPr>
          <p:grpSpPr>
            <a:xfrm>
              <a:off x="-662" y="0"/>
              <a:ext cx="974830" cy="975928"/>
              <a:chOff x="2513" y="0"/>
              <a:chExt cx="974830" cy="975928"/>
            </a:xfrm>
          </p:grpSpPr>
          <p:pic>
            <p:nvPicPr>
              <p:cNvPr id="5" name="Picture 4">
                <a:extLst>
                  <a:ext uri="{FF2B5EF4-FFF2-40B4-BE49-F238E27FC236}">
                    <a16:creationId xmlns:a16="http://schemas.microsoft.com/office/drawing/2014/main" id="{2A0B1D84-5DAD-E94C-E86F-C60531EC4A1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rcRect b="61157"/>
              <a:stretch>
                <a:fillRect/>
              </a:stretch>
            </p:blipFill>
            <p:spPr>
              <a:xfrm>
                <a:off x="2513" y="0"/>
                <a:ext cx="974830" cy="479425"/>
              </a:xfrm>
              <a:prstGeom prst="rect">
                <a:avLst/>
              </a:prstGeom>
              <a:ln w="6350">
                <a:noFill/>
              </a:ln>
            </p:spPr>
          </p:pic>
          <p:pic>
            <p:nvPicPr>
              <p:cNvPr id="16" name="Picture 15">
                <a:extLst>
                  <a:ext uri="{FF2B5EF4-FFF2-40B4-BE49-F238E27FC236}">
                    <a16:creationId xmlns:a16="http://schemas.microsoft.com/office/drawing/2014/main" id="{8F2B2634-4CC5-64A1-EA43-92531C348FB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rcRect t="59299"/>
              <a:stretch>
                <a:fillRect/>
              </a:stretch>
            </p:blipFill>
            <p:spPr>
              <a:xfrm>
                <a:off x="2513" y="473560"/>
                <a:ext cx="974830" cy="502368"/>
              </a:xfrm>
              <a:prstGeom prst="rect">
                <a:avLst/>
              </a:prstGeom>
              <a:ln w="6350">
                <a:noFill/>
              </a:ln>
            </p:spPr>
          </p:pic>
        </p:grp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E0B22EE9-2C18-4C59-BD93-C1DD3B69F561}"/>
                </a:ext>
              </a:extLst>
            </p:cNvPr>
            <p:cNvSpPr/>
            <p:nvPr/>
          </p:nvSpPr>
          <p:spPr>
            <a:xfrm>
              <a:off x="-6350" y="0"/>
              <a:ext cx="977343" cy="1009458"/>
            </a:xfrm>
            <a:prstGeom prst="rect">
              <a:avLst/>
            </a:prstGeom>
            <a:noFill/>
            <a:ln w="63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93053285-142F-B85F-6652-9CE33E3D5D1C}"/>
              </a:ext>
            </a:extLst>
          </p:cNvPr>
          <p:cNvGrpSpPr/>
          <p:nvPr/>
        </p:nvGrpSpPr>
        <p:grpSpPr>
          <a:xfrm>
            <a:off x="1009098" y="12700"/>
            <a:ext cx="939419" cy="1009458"/>
            <a:chOff x="977343" y="0"/>
            <a:chExt cx="939419" cy="1009458"/>
          </a:xfrm>
        </p:grpSpPr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89A2DD73-3FBB-F2FA-5BD5-64541EBE4C13}"/>
                </a:ext>
              </a:extLst>
            </p:cNvPr>
            <p:cNvGrpSpPr/>
            <p:nvPr/>
          </p:nvGrpSpPr>
          <p:grpSpPr>
            <a:xfrm>
              <a:off x="977343" y="0"/>
              <a:ext cx="939419" cy="1009458"/>
              <a:chOff x="942312" y="-190308"/>
              <a:chExt cx="939419" cy="1009458"/>
            </a:xfrm>
          </p:grpSpPr>
          <p:pic>
            <p:nvPicPr>
              <p:cNvPr id="7" name="Picture 6">
                <a:extLst>
                  <a:ext uri="{FF2B5EF4-FFF2-40B4-BE49-F238E27FC236}">
                    <a16:creationId xmlns:a16="http://schemas.microsoft.com/office/drawing/2014/main" id="{0138BBFA-2783-B5D0-1A3C-11E45CEC9AD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rcRect t="33118" b="28177"/>
              <a:stretch>
                <a:fillRect/>
              </a:stretch>
            </p:blipFill>
            <p:spPr>
              <a:xfrm>
                <a:off x="942312" y="358775"/>
                <a:ext cx="939419" cy="460375"/>
              </a:xfrm>
              <a:prstGeom prst="rect">
                <a:avLst/>
              </a:prstGeom>
              <a:ln w="6350">
                <a:noFill/>
              </a:ln>
            </p:spPr>
          </p:pic>
          <p:pic>
            <p:nvPicPr>
              <p:cNvPr id="6" name="Picture 5">
                <a:extLst>
                  <a:ext uri="{FF2B5EF4-FFF2-40B4-BE49-F238E27FC236}">
                    <a16:creationId xmlns:a16="http://schemas.microsoft.com/office/drawing/2014/main" id="{1D29526C-CBA1-6BF6-0842-FE219783313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rcRect b="53837"/>
              <a:stretch>
                <a:fillRect/>
              </a:stretch>
            </p:blipFill>
            <p:spPr>
              <a:xfrm>
                <a:off x="942312" y="-190308"/>
                <a:ext cx="939419" cy="549083"/>
              </a:xfrm>
              <a:prstGeom prst="rect">
                <a:avLst/>
              </a:prstGeom>
              <a:ln w="6350">
                <a:noFill/>
              </a:ln>
            </p:spPr>
          </p:pic>
        </p:grp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53C0AD86-18C7-66C8-AB63-C9881A1A621D}"/>
                </a:ext>
              </a:extLst>
            </p:cNvPr>
            <p:cNvSpPr/>
            <p:nvPr/>
          </p:nvSpPr>
          <p:spPr>
            <a:xfrm>
              <a:off x="977343" y="0"/>
              <a:ext cx="939419" cy="1009458"/>
            </a:xfrm>
            <a:prstGeom prst="rect">
              <a:avLst/>
            </a:prstGeom>
            <a:noFill/>
            <a:ln w="63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1CD8BFD4-B85A-6BA5-4189-6389664B0384}"/>
              </a:ext>
            </a:extLst>
          </p:cNvPr>
          <p:cNvGrpSpPr/>
          <p:nvPr/>
        </p:nvGrpSpPr>
        <p:grpSpPr>
          <a:xfrm>
            <a:off x="1970771" y="12700"/>
            <a:ext cx="1040278" cy="1009458"/>
            <a:chOff x="1948545" y="0"/>
            <a:chExt cx="1040278" cy="1009458"/>
          </a:xfrm>
        </p:grpSpPr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54C13587-C961-A85C-7410-CA612036F166}"/>
                </a:ext>
              </a:extLst>
            </p:cNvPr>
            <p:cNvGrpSpPr/>
            <p:nvPr/>
          </p:nvGrpSpPr>
          <p:grpSpPr>
            <a:xfrm>
              <a:off x="1964873" y="485"/>
              <a:ext cx="1023950" cy="946150"/>
              <a:chOff x="1919275" y="0"/>
              <a:chExt cx="1098563" cy="941989"/>
            </a:xfrm>
          </p:grpSpPr>
          <p:pic>
            <p:nvPicPr>
              <p:cNvPr id="8" name="Picture 7">
                <a:extLst>
                  <a:ext uri="{FF2B5EF4-FFF2-40B4-BE49-F238E27FC236}">
                    <a16:creationId xmlns:a16="http://schemas.microsoft.com/office/drawing/2014/main" id="{A48FF095-4F82-87BD-337D-00D5A7F537D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/>
              <a:srcRect b="85429"/>
              <a:stretch>
                <a:fillRect/>
              </a:stretch>
            </p:blipFill>
            <p:spPr>
              <a:xfrm>
                <a:off x="1919275" y="0"/>
                <a:ext cx="1098563" cy="193675"/>
              </a:xfrm>
              <a:prstGeom prst="rect">
                <a:avLst/>
              </a:prstGeom>
              <a:ln w="6350">
                <a:noFill/>
              </a:ln>
            </p:spPr>
          </p:pic>
          <p:pic>
            <p:nvPicPr>
              <p:cNvPr id="15" name="Picture 14">
                <a:extLst>
                  <a:ext uri="{FF2B5EF4-FFF2-40B4-BE49-F238E27FC236}">
                    <a16:creationId xmlns:a16="http://schemas.microsoft.com/office/drawing/2014/main" id="{D732B8B2-9DAE-98B0-FD34-830552F146A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/>
              <a:srcRect t="43703"/>
              <a:stretch>
                <a:fillRect/>
              </a:stretch>
            </p:blipFill>
            <p:spPr>
              <a:xfrm>
                <a:off x="1919275" y="193675"/>
                <a:ext cx="1098563" cy="748314"/>
              </a:xfrm>
              <a:prstGeom prst="rect">
                <a:avLst/>
              </a:prstGeom>
              <a:ln w="6350">
                <a:noFill/>
              </a:ln>
            </p:spPr>
          </p:pic>
        </p:grp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50BF45FF-8900-65BF-3EBD-CE24FDD39F5C}"/>
                </a:ext>
              </a:extLst>
            </p:cNvPr>
            <p:cNvSpPr/>
            <p:nvPr/>
          </p:nvSpPr>
          <p:spPr>
            <a:xfrm>
              <a:off x="1948545" y="0"/>
              <a:ext cx="1040277" cy="1009458"/>
            </a:xfrm>
            <a:prstGeom prst="rect">
              <a:avLst/>
            </a:prstGeom>
            <a:noFill/>
            <a:ln w="63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9" name="TextBox 48">
            <a:extLst>
              <a:ext uri="{FF2B5EF4-FFF2-40B4-BE49-F238E27FC236}">
                <a16:creationId xmlns:a16="http://schemas.microsoft.com/office/drawing/2014/main" id="{1BD736BE-7FF0-591D-2EB0-014F2C3F0ECB}"/>
              </a:ext>
            </a:extLst>
          </p:cNvPr>
          <p:cNvSpPr txBox="1"/>
          <p:nvPr/>
        </p:nvSpPr>
        <p:spPr>
          <a:xfrm>
            <a:off x="701929" y="-19113"/>
            <a:ext cx="316112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 b="1" dirty="0"/>
              <a:t>(a)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74506274-CC57-7538-232C-BFF17531676B}"/>
              </a:ext>
            </a:extLst>
          </p:cNvPr>
          <p:cNvSpPr txBox="1"/>
          <p:nvPr/>
        </p:nvSpPr>
        <p:spPr>
          <a:xfrm>
            <a:off x="1673584" y="-23116"/>
            <a:ext cx="319318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 b="1" dirty="0"/>
              <a:t>(b)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2D7B5550-9193-9225-B374-A32F1DD72EF9}"/>
              </a:ext>
            </a:extLst>
          </p:cNvPr>
          <p:cNvSpPr txBox="1"/>
          <p:nvPr/>
        </p:nvSpPr>
        <p:spPr>
          <a:xfrm>
            <a:off x="2743559" y="-23116"/>
            <a:ext cx="316112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 b="1" dirty="0"/>
              <a:t>(c)</a:t>
            </a:r>
          </a:p>
        </p:txBody>
      </p:sp>
    </p:spTree>
    <p:extLst>
      <p:ext uri="{BB962C8B-B14F-4D97-AF65-F5344CB8AC3E}">
        <p14:creationId xmlns:p14="http://schemas.microsoft.com/office/powerpoint/2010/main" val="41518519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4649</TotalTime>
  <Words>10</Words>
  <Application>Microsoft Macintosh PowerPoint</Application>
  <PresentationFormat>Custom</PresentationFormat>
  <Paragraphs>4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Ding, Lijie</dc:creator>
  <cp:lastModifiedBy>Ding, Lijie</cp:lastModifiedBy>
  <cp:revision>787</cp:revision>
  <cp:lastPrinted>2026-04-13T15:53:00Z</cp:lastPrinted>
  <dcterms:created xsi:type="dcterms:W3CDTF">2025-06-28T21:43:08Z</dcterms:created>
  <dcterms:modified xsi:type="dcterms:W3CDTF">2026-04-13T19:00:11Z</dcterms:modified>
</cp:coreProperties>
</file>